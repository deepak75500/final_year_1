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9886D64-912E-4B82-9817-F32F24B97FA4}">
  <a:tblStyle styleId="{39886D64-912E-4B82-9817-F32F24B97FA4}"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aa222fbc21_2_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g3aa222fbc21_2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a222fbc21_2_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g3aa222fbc21_2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aa222fbc21_2_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g3aa222fbc21_2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a222fbc21_2_1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g3aa222fbc21_2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aa222fbc21_2_1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g3aa222fbc21_2_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a222fbc21_2_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g3aa222fbc21_2_1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g3aa222fbc21_2_1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a222fbc21_2_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g3aa222fbc21_2_1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g3aa222fbc21_2_1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aa222fbc21_2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g3aa222fbc21_2_1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g3aa222fbc21_2_1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a222fbc21_2_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g3aa222fbc21_2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g3aa222fbc21_2_1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aa222fbc21_2_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3aa222fbc21_2_1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g3aa222fbc21_2_1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a222fbc21_2_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g3aa222fbc21_2_1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g3aa222fbc21_2_1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aa222fbc2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aa222fbc2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aa222fbc21_2_1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g3aa222fbc21_2_1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8" name="Shape 58"/>
        <p:cNvGrpSpPr/>
        <p:nvPr/>
      </p:nvGrpSpPr>
      <p:grpSpPr>
        <a:xfrm>
          <a:off x="0" y="0"/>
          <a:ext cx="0" cy="0"/>
          <a:chOff x="0" y="0"/>
          <a:chExt cx="0" cy="0"/>
        </a:xfrm>
      </p:grpSpPr>
      <p:sp>
        <p:nvSpPr>
          <p:cNvPr id="59" name="Google Shape;59;p14"/>
          <p:cNvSpPr/>
          <p:nvPr/>
        </p:nvSpPr>
        <p:spPr>
          <a:xfrm>
            <a:off x="685800" y="1795463"/>
            <a:ext cx="7772400" cy="82153"/>
          </a:xfrm>
          <a:custGeom>
            <a:rect b="b" l="l" r="r" t="t"/>
            <a:pathLst>
              <a:path extrusionOk="0" h="1000" w="1000">
                <a:moveTo>
                  <a:pt x="0" y="0"/>
                </a:moveTo>
                <a:lnTo>
                  <a:pt x="618" y="0"/>
                </a:lnTo>
                <a:lnTo>
                  <a:pt x="618" y="1000"/>
                </a:lnTo>
                <a:lnTo>
                  <a:pt x="0" y="1000"/>
                </a:lnTo>
                <a:lnTo>
                  <a:pt x="0" y="0"/>
                </a:lnTo>
                <a:close/>
              </a:path>
              <a:path extrusionOk="0" h="1000" w="1000">
                <a:moveTo>
                  <a:pt x="0" y="0"/>
                </a:moveTo>
                <a:lnTo>
                  <a:pt x="1000" y="0"/>
                </a:lnTo>
              </a:path>
            </a:pathLst>
          </a:custGeom>
          <a:solidFill>
            <a:schemeClr val="accent2"/>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Verdana"/>
              <a:ea typeface="Verdana"/>
              <a:cs typeface="Verdana"/>
              <a:sym typeface="Verdana"/>
            </a:endParaRPr>
          </a:p>
        </p:txBody>
      </p:sp>
      <p:sp>
        <p:nvSpPr>
          <p:cNvPr id="60" name="Google Shape;60;p14"/>
          <p:cNvSpPr txBox="1"/>
          <p:nvPr>
            <p:ph type="ctrTitle"/>
          </p:nvPr>
        </p:nvSpPr>
        <p:spPr>
          <a:xfrm>
            <a:off x="685800" y="742950"/>
            <a:ext cx="7772400" cy="1028700"/>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sz="3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1" name="Google Shape;61;p14"/>
          <p:cNvSpPr txBox="1"/>
          <p:nvPr>
            <p:ph idx="1" type="subTitle"/>
          </p:nvPr>
        </p:nvSpPr>
        <p:spPr>
          <a:xfrm>
            <a:off x="1447800" y="2571750"/>
            <a:ext cx="7010400" cy="1200150"/>
          </a:xfrm>
          <a:prstGeom prst="rect">
            <a:avLst/>
          </a:prstGeom>
          <a:noFill/>
          <a:ln>
            <a:noFill/>
          </a:ln>
        </p:spPr>
        <p:txBody>
          <a:bodyPr anchorCtr="0" anchor="t" bIns="34275" lIns="68575" spcFirstLastPara="1" rIns="68575" wrap="square" tIns="34275">
            <a:noAutofit/>
          </a:bodyPr>
          <a:lstStyle>
            <a:lvl1pPr lvl="0" algn="l">
              <a:lnSpc>
                <a:spcPct val="100000"/>
              </a:lnSpc>
              <a:spcBef>
                <a:spcPts val="400"/>
              </a:spcBef>
              <a:spcAft>
                <a:spcPts val="0"/>
              </a:spcAft>
              <a:buSzPts val="2100"/>
              <a:buFont typeface="Noto Sans Symbols"/>
              <a:buNone/>
              <a:defRPr sz="2100"/>
            </a:lvl1pPr>
            <a:lvl2pPr lvl="1" algn="l">
              <a:lnSpc>
                <a:spcPct val="100000"/>
              </a:lnSpc>
              <a:spcBef>
                <a:spcPts val="300"/>
              </a:spcBef>
              <a:spcAft>
                <a:spcPts val="0"/>
              </a:spcAft>
              <a:buSzPts val="1400"/>
              <a:buChar char="■"/>
              <a:defRPr/>
            </a:lvl2pPr>
            <a:lvl3pPr lvl="2" algn="l">
              <a:lnSpc>
                <a:spcPct val="100000"/>
              </a:lnSpc>
              <a:spcBef>
                <a:spcPts val="300"/>
              </a:spcBef>
              <a:spcAft>
                <a:spcPts val="0"/>
              </a:spcAft>
              <a:buSzPts val="1400"/>
              <a:buChar char="□"/>
              <a:defRPr/>
            </a:lvl3pPr>
            <a:lvl4pPr lvl="3" algn="l">
              <a:lnSpc>
                <a:spcPct val="100000"/>
              </a:lnSpc>
              <a:spcBef>
                <a:spcPts val="300"/>
              </a:spcBef>
              <a:spcAft>
                <a:spcPts val="0"/>
              </a:spcAft>
              <a:buSzPts val="1400"/>
              <a:buChar char="■"/>
              <a:defRPr/>
            </a:lvl4pPr>
            <a:lvl5pPr lvl="4" algn="l">
              <a:lnSpc>
                <a:spcPct val="100000"/>
              </a:lnSpc>
              <a:spcBef>
                <a:spcPts val="300"/>
              </a:spcBef>
              <a:spcAft>
                <a:spcPts val="0"/>
              </a:spcAft>
              <a:buSzPts val="1400"/>
              <a:buChar char="▪"/>
              <a:defRPr/>
            </a:lvl5pPr>
            <a:lvl6pPr lvl="5" algn="l">
              <a:lnSpc>
                <a:spcPct val="100000"/>
              </a:lnSpc>
              <a:spcBef>
                <a:spcPts val="300"/>
              </a:spcBef>
              <a:spcAft>
                <a:spcPts val="0"/>
              </a:spcAft>
              <a:buSzPts val="1400"/>
              <a:buChar char="▪"/>
              <a:defRPr/>
            </a:lvl6pPr>
            <a:lvl7pPr lvl="6" algn="l">
              <a:lnSpc>
                <a:spcPct val="100000"/>
              </a:lnSpc>
              <a:spcBef>
                <a:spcPts val="300"/>
              </a:spcBef>
              <a:spcAft>
                <a:spcPts val="0"/>
              </a:spcAft>
              <a:buSzPts val="1400"/>
              <a:buChar char="▪"/>
              <a:defRPr/>
            </a:lvl7pPr>
            <a:lvl8pPr lvl="7" algn="l">
              <a:lnSpc>
                <a:spcPct val="100000"/>
              </a:lnSpc>
              <a:spcBef>
                <a:spcPts val="300"/>
              </a:spcBef>
              <a:spcAft>
                <a:spcPts val="0"/>
              </a:spcAft>
              <a:buSzPts val="1400"/>
              <a:buChar char="▪"/>
              <a:defRPr/>
            </a:lvl8pPr>
            <a:lvl9pPr lvl="8" algn="l">
              <a:lnSpc>
                <a:spcPct val="100000"/>
              </a:lnSpc>
              <a:spcBef>
                <a:spcPts val="300"/>
              </a:spcBef>
              <a:spcAft>
                <a:spcPts val="0"/>
              </a:spcAft>
              <a:buSzPts val="1400"/>
              <a:buChar char="▪"/>
              <a:defRPr/>
            </a:lvl9pPr>
          </a:lstStyle>
          <a:p/>
        </p:txBody>
      </p:sp>
      <p:sp>
        <p:nvSpPr>
          <p:cNvPr id="62" name="Google Shape;62;p14"/>
          <p:cNvSpPr txBox="1"/>
          <p:nvPr>
            <p:ph idx="10" type="dt"/>
          </p:nvPr>
        </p:nvSpPr>
        <p:spPr>
          <a:xfrm>
            <a:off x="685800" y="4686300"/>
            <a:ext cx="1905000" cy="3429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3" name="Google Shape;63;p14"/>
          <p:cNvSpPr txBox="1"/>
          <p:nvPr>
            <p:ph idx="11" type="ftr"/>
          </p:nvPr>
        </p:nvSpPr>
        <p:spPr>
          <a:xfrm>
            <a:off x="3124200" y="4686300"/>
            <a:ext cx="2895600" cy="3429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 name="Google Shape;64;p14"/>
          <p:cNvSpPr txBox="1"/>
          <p:nvPr>
            <p:ph idx="12" type="sldNum"/>
          </p:nvPr>
        </p:nvSpPr>
        <p:spPr>
          <a:xfrm>
            <a:off x="6553200" y="4686300"/>
            <a:ext cx="1905000" cy="3429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5" name="Shape 65"/>
        <p:cNvGrpSpPr/>
        <p:nvPr/>
      </p:nvGrpSpPr>
      <p:grpSpPr>
        <a:xfrm>
          <a:off x="0" y="0"/>
          <a:ext cx="0" cy="0"/>
          <a:chOff x="0" y="0"/>
          <a:chExt cx="0" cy="0"/>
        </a:xfrm>
      </p:grpSpPr>
      <p:sp>
        <p:nvSpPr>
          <p:cNvPr id="66" name="Google Shape;66;p15"/>
          <p:cNvSpPr txBox="1"/>
          <p:nvPr>
            <p:ph type="title"/>
          </p:nvPr>
        </p:nvSpPr>
        <p:spPr>
          <a:xfrm>
            <a:off x="574675" y="228601"/>
            <a:ext cx="8001000" cy="912019"/>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7" name="Google Shape;67;p15"/>
          <p:cNvSpPr txBox="1"/>
          <p:nvPr>
            <p:ph idx="1" type="body"/>
          </p:nvPr>
        </p:nvSpPr>
        <p:spPr>
          <a:xfrm>
            <a:off x="566738" y="1314450"/>
            <a:ext cx="8001000" cy="3200400"/>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300"/>
              </a:spcBef>
              <a:spcAft>
                <a:spcPts val="0"/>
              </a:spcAft>
              <a:buSzPts val="1400"/>
              <a:buChar char="□"/>
              <a:defRPr/>
            </a:lvl1pPr>
            <a:lvl2pPr indent="-317500" lvl="1" marL="914400" algn="l">
              <a:lnSpc>
                <a:spcPct val="100000"/>
              </a:lnSpc>
              <a:spcBef>
                <a:spcPts val="300"/>
              </a:spcBef>
              <a:spcAft>
                <a:spcPts val="0"/>
              </a:spcAft>
              <a:buSzPts val="1400"/>
              <a:buChar char="■"/>
              <a:defRPr/>
            </a:lvl2pPr>
            <a:lvl3pPr indent="-317500" lvl="2" marL="1371600" algn="l">
              <a:lnSpc>
                <a:spcPct val="100000"/>
              </a:lnSpc>
              <a:spcBef>
                <a:spcPts val="300"/>
              </a:spcBef>
              <a:spcAft>
                <a:spcPts val="0"/>
              </a:spcAft>
              <a:buSzPts val="1400"/>
              <a:buChar char="□"/>
              <a:defRPr/>
            </a:lvl3pPr>
            <a:lvl4pPr indent="-317500" lvl="3" marL="1828800" algn="l">
              <a:lnSpc>
                <a:spcPct val="100000"/>
              </a:lnSpc>
              <a:spcBef>
                <a:spcPts val="300"/>
              </a:spcBef>
              <a:spcAft>
                <a:spcPts val="0"/>
              </a:spcAft>
              <a:buSzPts val="1400"/>
              <a:buChar char="■"/>
              <a:defRPr/>
            </a:lvl4pPr>
            <a:lvl5pPr indent="-317500" lvl="4" marL="2286000" algn="l">
              <a:lnSpc>
                <a:spcPct val="100000"/>
              </a:lnSpc>
              <a:spcBef>
                <a:spcPts val="300"/>
              </a:spcBef>
              <a:spcAft>
                <a:spcPts val="0"/>
              </a:spcAft>
              <a:buSzPts val="1400"/>
              <a:buChar char="▪"/>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68" name="Google Shape;68;p15"/>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9" name="Google Shape;69;p15"/>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15"/>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16"/>
          <p:cNvSpPr txBox="1"/>
          <p:nvPr>
            <p:ph type="title"/>
          </p:nvPr>
        </p:nvSpPr>
        <p:spPr>
          <a:xfrm>
            <a:off x="574675" y="228601"/>
            <a:ext cx="8001000" cy="912019"/>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16"/>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4" name="Google Shape;74;p16"/>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5" name="Google Shape;75;p16"/>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6" name="Shape 76"/>
        <p:cNvGrpSpPr/>
        <p:nvPr/>
      </p:nvGrpSpPr>
      <p:grpSpPr>
        <a:xfrm>
          <a:off x="0" y="0"/>
          <a:ext cx="0" cy="0"/>
          <a:chOff x="0" y="0"/>
          <a:chExt cx="0" cy="0"/>
        </a:xfrm>
      </p:grpSpPr>
      <p:sp>
        <p:nvSpPr>
          <p:cNvPr id="77" name="Google Shape;77;p17"/>
          <p:cNvSpPr txBox="1"/>
          <p:nvPr>
            <p:ph type="title"/>
          </p:nvPr>
        </p:nvSpPr>
        <p:spPr>
          <a:xfrm>
            <a:off x="722313" y="3305176"/>
            <a:ext cx="7772400" cy="1021556"/>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b="1" sz="3000"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p17"/>
          <p:cNvSpPr txBox="1"/>
          <p:nvPr>
            <p:ph idx="1" type="body"/>
          </p:nvPr>
        </p:nvSpPr>
        <p:spPr>
          <a:xfrm>
            <a:off x="722313" y="2180035"/>
            <a:ext cx="7772400" cy="112514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300"/>
              </a:spcBef>
              <a:spcAft>
                <a:spcPts val="0"/>
              </a:spcAft>
              <a:buSzPts val="1500"/>
              <a:buNone/>
              <a:defRPr sz="1500"/>
            </a:lvl1pPr>
            <a:lvl2pPr indent="-228600" lvl="1" marL="914400" algn="l">
              <a:lnSpc>
                <a:spcPct val="100000"/>
              </a:lnSpc>
              <a:spcBef>
                <a:spcPts val="300"/>
              </a:spcBef>
              <a:spcAft>
                <a:spcPts val="0"/>
              </a:spcAft>
              <a:buSzPts val="1400"/>
              <a:buNone/>
              <a:defRPr sz="1400"/>
            </a:lvl2pPr>
            <a:lvl3pPr indent="-228600" lvl="2" marL="1371600" algn="l">
              <a:lnSpc>
                <a:spcPct val="100000"/>
              </a:lnSpc>
              <a:spcBef>
                <a:spcPts val="200"/>
              </a:spcBef>
              <a:spcAft>
                <a:spcPts val="0"/>
              </a:spcAft>
              <a:buSzPts val="1200"/>
              <a:buNone/>
              <a:defRPr sz="1200"/>
            </a:lvl3pPr>
            <a:lvl4pPr indent="-228600" lvl="3" marL="1828800" algn="l">
              <a:lnSpc>
                <a:spcPct val="100000"/>
              </a:lnSpc>
              <a:spcBef>
                <a:spcPts val="200"/>
              </a:spcBef>
              <a:spcAft>
                <a:spcPts val="0"/>
              </a:spcAft>
              <a:buSzPts val="1100"/>
              <a:buNone/>
              <a:defRPr sz="1100"/>
            </a:lvl4pPr>
            <a:lvl5pPr indent="-228600" lvl="4" marL="2286000" algn="l">
              <a:lnSpc>
                <a:spcPct val="100000"/>
              </a:lnSpc>
              <a:spcBef>
                <a:spcPts val="300"/>
              </a:spcBef>
              <a:spcAft>
                <a:spcPts val="0"/>
              </a:spcAft>
              <a:buSzPts val="1100"/>
              <a:buNone/>
              <a:defRPr sz="1100"/>
            </a:lvl5pPr>
            <a:lvl6pPr indent="-228600" lvl="5" marL="2743200" algn="l">
              <a:lnSpc>
                <a:spcPct val="100000"/>
              </a:lnSpc>
              <a:spcBef>
                <a:spcPts val="300"/>
              </a:spcBef>
              <a:spcAft>
                <a:spcPts val="0"/>
              </a:spcAft>
              <a:buSzPts val="1100"/>
              <a:buNone/>
              <a:defRPr sz="1100"/>
            </a:lvl6pPr>
            <a:lvl7pPr indent="-228600" lvl="6" marL="3200400" algn="l">
              <a:lnSpc>
                <a:spcPct val="100000"/>
              </a:lnSpc>
              <a:spcBef>
                <a:spcPts val="300"/>
              </a:spcBef>
              <a:spcAft>
                <a:spcPts val="0"/>
              </a:spcAft>
              <a:buSzPts val="1100"/>
              <a:buNone/>
              <a:defRPr sz="1100"/>
            </a:lvl7pPr>
            <a:lvl8pPr indent="-228600" lvl="7" marL="3657600" algn="l">
              <a:lnSpc>
                <a:spcPct val="100000"/>
              </a:lnSpc>
              <a:spcBef>
                <a:spcPts val="300"/>
              </a:spcBef>
              <a:spcAft>
                <a:spcPts val="0"/>
              </a:spcAft>
              <a:buSzPts val="1100"/>
              <a:buNone/>
              <a:defRPr sz="1100"/>
            </a:lvl8pPr>
            <a:lvl9pPr indent="-228600" lvl="8" marL="4114800" algn="l">
              <a:lnSpc>
                <a:spcPct val="100000"/>
              </a:lnSpc>
              <a:spcBef>
                <a:spcPts val="300"/>
              </a:spcBef>
              <a:spcAft>
                <a:spcPts val="0"/>
              </a:spcAft>
              <a:buSzPts val="1100"/>
              <a:buNone/>
              <a:defRPr sz="1100"/>
            </a:lvl9pPr>
          </a:lstStyle>
          <a:p/>
        </p:txBody>
      </p:sp>
      <p:sp>
        <p:nvSpPr>
          <p:cNvPr id="79" name="Google Shape;79;p17"/>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0" name="Google Shape;80;p17"/>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1" name="Google Shape;81;p17"/>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2" name="Shape 82"/>
        <p:cNvGrpSpPr/>
        <p:nvPr/>
      </p:nvGrpSpPr>
      <p:grpSpPr>
        <a:xfrm>
          <a:off x="0" y="0"/>
          <a:ext cx="0" cy="0"/>
          <a:chOff x="0" y="0"/>
          <a:chExt cx="0" cy="0"/>
        </a:xfrm>
      </p:grpSpPr>
      <p:sp>
        <p:nvSpPr>
          <p:cNvPr id="83" name="Google Shape;83;p18"/>
          <p:cNvSpPr txBox="1"/>
          <p:nvPr>
            <p:ph type="title"/>
          </p:nvPr>
        </p:nvSpPr>
        <p:spPr>
          <a:xfrm>
            <a:off x="574675" y="228601"/>
            <a:ext cx="8001000" cy="912019"/>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 name="Google Shape;84;p18"/>
          <p:cNvSpPr txBox="1"/>
          <p:nvPr>
            <p:ph idx="1" type="body"/>
          </p:nvPr>
        </p:nvSpPr>
        <p:spPr>
          <a:xfrm>
            <a:off x="566738" y="1314450"/>
            <a:ext cx="3924300" cy="3200400"/>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400"/>
              </a:spcBef>
              <a:spcAft>
                <a:spcPts val="0"/>
              </a:spcAft>
              <a:buSzPts val="2100"/>
              <a:buChar char="□"/>
              <a:defRPr sz="2100"/>
            </a:lvl1pPr>
            <a:lvl2pPr indent="-342900" lvl="1" marL="914400" algn="l">
              <a:lnSpc>
                <a:spcPct val="100000"/>
              </a:lnSpc>
              <a:spcBef>
                <a:spcPts val="400"/>
              </a:spcBef>
              <a:spcAft>
                <a:spcPts val="0"/>
              </a:spcAft>
              <a:buSzPts val="1800"/>
              <a:buChar char="■"/>
              <a:defRPr sz="1800"/>
            </a:lvl2pPr>
            <a:lvl3pPr indent="-323850" lvl="2" marL="1371600" algn="l">
              <a:lnSpc>
                <a:spcPct val="100000"/>
              </a:lnSpc>
              <a:spcBef>
                <a:spcPts val="300"/>
              </a:spcBef>
              <a:spcAft>
                <a:spcPts val="0"/>
              </a:spcAft>
              <a:buSzPts val="1500"/>
              <a:buChar char="□"/>
              <a:defRPr sz="1500"/>
            </a:lvl3pPr>
            <a:lvl4pPr indent="-317500" lvl="3" marL="1828800" algn="l">
              <a:lnSpc>
                <a:spcPct val="100000"/>
              </a:lnSpc>
              <a:spcBef>
                <a:spcPts val="300"/>
              </a:spcBef>
              <a:spcAft>
                <a:spcPts val="0"/>
              </a:spcAft>
              <a:buSzPts val="1400"/>
              <a:buChar char="■"/>
              <a:defRPr sz="1400"/>
            </a:lvl4pPr>
            <a:lvl5pPr indent="-317500" lvl="4" marL="2286000" algn="l">
              <a:lnSpc>
                <a:spcPct val="100000"/>
              </a:lnSpc>
              <a:spcBef>
                <a:spcPts val="300"/>
              </a:spcBef>
              <a:spcAft>
                <a:spcPts val="0"/>
              </a:spcAft>
              <a:buSzPts val="1400"/>
              <a:buChar char="▪"/>
              <a:defRPr sz="1400"/>
            </a:lvl5pPr>
            <a:lvl6pPr indent="-317500" lvl="5" marL="2743200" algn="l">
              <a:lnSpc>
                <a:spcPct val="100000"/>
              </a:lnSpc>
              <a:spcBef>
                <a:spcPts val="300"/>
              </a:spcBef>
              <a:spcAft>
                <a:spcPts val="0"/>
              </a:spcAft>
              <a:buSzPts val="1400"/>
              <a:buChar char="▪"/>
              <a:defRPr sz="1400"/>
            </a:lvl6pPr>
            <a:lvl7pPr indent="-317500" lvl="6" marL="3200400" algn="l">
              <a:lnSpc>
                <a:spcPct val="100000"/>
              </a:lnSpc>
              <a:spcBef>
                <a:spcPts val="300"/>
              </a:spcBef>
              <a:spcAft>
                <a:spcPts val="0"/>
              </a:spcAft>
              <a:buSzPts val="1400"/>
              <a:buChar char="▪"/>
              <a:defRPr sz="1400"/>
            </a:lvl7pPr>
            <a:lvl8pPr indent="-317500" lvl="7" marL="3657600" algn="l">
              <a:lnSpc>
                <a:spcPct val="100000"/>
              </a:lnSpc>
              <a:spcBef>
                <a:spcPts val="300"/>
              </a:spcBef>
              <a:spcAft>
                <a:spcPts val="0"/>
              </a:spcAft>
              <a:buSzPts val="1400"/>
              <a:buChar char="▪"/>
              <a:defRPr sz="1400"/>
            </a:lvl8pPr>
            <a:lvl9pPr indent="-317500" lvl="8" marL="4114800" algn="l">
              <a:lnSpc>
                <a:spcPct val="100000"/>
              </a:lnSpc>
              <a:spcBef>
                <a:spcPts val="300"/>
              </a:spcBef>
              <a:spcAft>
                <a:spcPts val="0"/>
              </a:spcAft>
              <a:buSzPts val="1400"/>
              <a:buChar char="▪"/>
              <a:defRPr sz="1400"/>
            </a:lvl9pPr>
          </a:lstStyle>
          <a:p/>
        </p:txBody>
      </p:sp>
      <p:sp>
        <p:nvSpPr>
          <p:cNvPr id="85" name="Google Shape;85;p18"/>
          <p:cNvSpPr txBox="1"/>
          <p:nvPr>
            <p:ph idx="2" type="body"/>
          </p:nvPr>
        </p:nvSpPr>
        <p:spPr>
          <a:xfrm>
            <a:off x="4643438" y="1314450"/>
            <a:ext cx="3924300" cy="3200400"/>
          </a:xfrm>
          <a:prstGeom prst="rect">
            <a:avLst/>
          </a:prstGeom>
          <a:noFill/>
          <a:ln>
            <a:noFill/>
          </a:ln>
        </p:spPr>
        <p:txBody>
          <a:bodyPr anchorCtr="0" anchor="t" bIns="34275" lIns="68575" spcFirstLastPara="1" rIns="68575" wrap="square" tIns="34275">
            <a:noAutofit/>
          </a:bodyPr>
          <a:lstStyle>
            <a:lvl1pPr indent="-361950" lvl="0" marL="457200" algn="l">
              <a:lnSpc>
                <a:spcPct val="100000"/>
              </a:lnSpc>
              <a:spcBef>
                <a:spcPts val="400"/>
              </a:spcBef>
              <a:spcAft>
                <a:spcPts val="0"/>
              </a:spcAft>
              <a:buSzPts val="2100"/>
              <a:buChar char="□"/>
              <a:defRPr sz="2100"/>
            </a:lvl1pPr>
            <a:lvl2pPr indent="-342900" lvl="1" marL="914400" algn="l">
              <a:lnSpc>
                <a:spcPct val="100000"/>
              </a:lnSpc>
              <a:spcBef>
                <a:spcPts val="400"/>
              </a:spcBef>
              <a:spcAft>
                <a:spcPts val="0"/>
              </a:spcAft>
              <a:buSzPts val="1800"/>
              <a:buChar char="■"/>
              <a:defRPr sz="1800"/>
            </a:lvl2pPr>
            <a:lvl3pPr indent="-323850" lvl="2" marL="1371600" algn="l">
              <a:lnSpc>
                <a:spcPct val="100000"/>
              </a:lnSpc>
              <a:spcBef>
                <a:spcPts val="300"/>
              </a:spcBef>
              <a:spcAft>
                <a:spcPts val="0"/>
              </a:spcAft>
              <a:buSzPts val="1500"/>
              <a:buChar char="□"/>
              <a:defRPr sz="1500"/>
            </a:lvl3pPr>
            <a:lvl4pPr indent="-317500" lvl="3" marL="1828800" algn="l">
              <a:lnSpc>
                <a:spcPct val="100000"/>
              </a:lnSpc>
              <a:spcBef>
                <a:spcPts val="300"/>
              </a:spcBef>
              <a:spcAft>
                <a:spcPts val="0"/>
              </a:spcAft>
              <a:buSzPts val="1400"/>
              <a:buChar char="■"/>
              <a:defRPr sz="1400"/>
            </a:lvl4pPr>
            <a:lvl5pPr indent="-317500" lvl="4" marL="2286000" algn="l">
              <a:lnSpc>
                <a:spcPct val="100000"/>
              </a:lnSpc>
              <a:spcBef>
                <a:spcPts val="300"/>
              </a:spcBef>
              <a:spcAft>
                <a:spcPts val="0"/>
              </a:spcAft>
              <a:buSzPts val="1400"/>
              <a:buChar char="▪"/>
              <a:defRPr sz="1400"/>
            </a:lvl5pPr>
            <a:lvl6pPr indent="-317500" lvl="5" marL="2743200" algn="l">
              <a:lnSpc>
                <a:spcPct val="100000"/>
              </a:lnSpc>
              <a:spcBef>
                <a:spcPts val="300"/>
              </a:spcBef>
              <a:spcAft>
                <a:spcPts val="0"/>
              </a:spcAft>
              <a:buSzPts val="1400"/>
              <a:buChar char="▪"/>
              <a:defRPr sz="1400"/>
            </a:lvl6pPr>
            <a:lvl7pPr indent="-317500" lvl="6" marL="3200400" algn="l">
              <a:lnSpc>
                <a:spcPct val="100000"/>
              </a:lnSpc>
              <a:spcBef>
                <a:spcPts val="300"/>
              </a:spcBef>
              <a:spcAft>
                <a:spcPts val="0"/>
              </a:spcAft>
              <a:buSzPts val="1400"/>
              <a:buChar char="▪"/>
              <a:defRPr sz="1400"/>
            </a:lvl7pPr>
            <a:lvl8pPr indent="-317500" lvl="7" marL="3657600" algn="l">
              <a:lnSpc>
                <a:spcPct val="100000"/>
              </a:lnSpc>
              <a:spcBef>
                <a:spcPts val="300"/>
              </a:spcBef>
              <a:spcAft>
                <a:spcPts val="0"/>
              </a:spcAft>
              <a:buSzPts val="1400"/>
              <a:buChar char="▪"/>
              <a:defRPr sz="1400"/>
            </a:lvl8pPr>
            <a:lvl9pPr indent="-317500" lvl="8" marL="4114800" algn="l">
              <a:lnSpc>
                <a:spcPct val="100000"/>
              </a:lnSpc>
              <a:spcBef>
                <a:spcPts val="300"/>
              </a:spcBef>
              <a:spcAft>
                <a:spcPts val="0"/>
              </a:spcAft>
              <a:buSzPts val="1400"/>
              <a:buChar char="▪"/>
              <a:defRPr sz="1400"/>
            </a:lvl9pPr>
          </a:lstStyle>
          <a:p/>
        </p:txBody>
      </p:sp>
      <p:sp>
        <p:nvSpPr>
          <p:cNvPr id="86" name="Google Shape;86;p18"/>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7" name="Google Shape;87;p18"/>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 name="Google Shape;88;p18"/>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9" name="Shape 89"/>
        <p:cNvGrpSpPr/>
        <p:nvPr/>
      </p:nvGrpSpPr>
      <p:grpSpPr>
        <a:xfrm>
          <a:off x="0" y="0"/>
          <a:ext cx="0" cy="0"/>
          <a:chOff x="0" y="0"/>
          <a:chExt cx="0" cy="0"/>
        </a:xfrm>
      </p:grpSpPr>
      <p:sp>
        <p:nvSpPr>
          <p:cNvPr id="90" name="Google Shape;90;p19"/>
          <p:cNvSpPr txBox="1"/>
          <p:nvPr>
            <p:ph type="title"/>
          </p:nvPr>
        </p:nvSpPr>
        <p:spPr>
          <a:xfrm>
            <a:off x="457200" y="205978"/>
            <a:ext cx="8229600" cy="857250"/>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1" name="Google Shape;91;p19"/>
          <p:cNvSpPr txBox="1"/>
          <p:nvPr>
            <p:ph idx="1" type="body"/>
          </p:nvPr>
        </p:nvSpPr>
        <p:spPr>
          <a:xfrm>
            <a:off x="457200" y="1151335"/>
            <a:ext cx="4040188" cy="479822"/>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400"/>
              </a:spcBef>
              <a:spcAft>
                <a:spcPts val="0"/>
              </a:spcAft>
              <a:buSzPts val="1800"/>
              <a:buNone/>
              <a:defRPr b="1" sz="1800"/>
            </a:lvl1pPr>
            <a:lvl2pPr indent="-228600" lvl="1" marL="914400" algn="l">
              <a:lnSpc>
                <a:spcPct val="100000"/>
              </a:lnSpc>
              <a:spcBef>
                <a:spcPts val="300"/>
              </a:spcBef>
              <a:spcAft>
                <a:spcPts val="0"/>
              </a:spcAft>
              <a:buSzPts val="1500"/>
              <a:buNone/>
              <a:defRPr b="1" sz="1500"/>
            </a:lvl2pPr>
            <a:lvl3pPr indent="-228600" lvl="2" marL="1371600" algn="l">
              <a:lnSpc>
                <a:spcPct val="100000"/>
              </a:lnSpc>
              <a:spcBef>
                <a:spcPts val="300"/>
              </a:spcBef>
              <a:spcAft>
                <a:spcPts val="0"/>
              </a:spcAft>
              <a:buSzPts val="1400"/>
              <a:buNone/>
              <a:defRPr b="1" sz="1400"/>
            </a:lvl3pPr>
            <a:lvl4pPr indent="-228600" lvl="3" marL="1828800" algn="l">
              <a:lnSpc>
                <a:spcPct val="100000"/>
              </a:lnSpc>
              <a:spcBef>
                <a:spcPts val="200"/>
              </a:spcBef>
              <a:spcAft>
                <a:spcPts val="0"/>
              </a:spcAft>
              <a:buSzPts val="1200"/>
              <a:buNone/>
              <a:defRPr b="1" sz="1200"/>
            </a:lvl4pPr>
            <a:lvl5pPr indent="-228600" lvl="4" marL="2286000" algn="l">
              <a:lnSpc>
                <a:spcPct val="100000"/>
              </a:lnSpc>
              <a:spcBef>
                <a:spcPts val="300"/>
              </a:spcBef>
              <a:spcAft>
                <a:spcPts val="0"/>
              </a:spcAft>
              <a:buSzPts val="1200"/>
              <a:buNone/>
              <a:defRPr b="1" sz="1200"/>
            </a:lvl5pPr>
            <a:lvl6pPr indent="-228600" lvl="5" marL="2743200" algn="l">
              <a:lnSpc>
                <a:spcPct val="100000"/>
              </a:lnSpc>
              <a:spcBef>
                <a:spcPts val="300"/>
              </a:spcBef>
              <a:spcAft>
                <a:spcPts val="0"/>
              </a:spcAft>
              <a:buSzPts val="1200"/>
              <a:buNone/>
              <a:defRPr b="1" sz="1200"/>
            </a:lvl6pPr>
            <a:lvl7pPr indent="-228600" lvl="6" marL="3200400" algn="l">
              <a:lnSpc>
                <a:spcPct val="100000"/>
              </a:lnSpc>
              <a:spcBef>
                <a:spcPts val="300"/>
              </a:spcBef>
              <a:spcAft>
                <a:spcPts val="0"/>
              </a:spcAft>
              <a:buSzPts val="1200"/>
              <a:buNone/>
              <a:defRPr b="1" sz="1200"/>
            </a:lvl7pPr>
            <a:lvl8pPr indent="-228600" lvl="7" marL="3657600" algn="l">
              <a:lnSpc>
                <a:spcPct val="100000"/>
              </a:lnSpc>
              <a:spcBef>
                <a:spcPts val="300"/>
              </a:spcBef>
              <a:spcAft>
                <a:spcPts val="0"/>
              </a:spcAft>
              <a:buSzPts val="1200"/>
              <a:buNone/>
              <a:defRPr b="1" sz="1200"/>
            </a:lvl8pPr>
            <a:lvl9pPr indent="-228600" lvl="8" marL="4114800" algn="l">
              <a:lnSpc>
                <a:spcPct val="100000"/>
              </a:lnSpc>
              <a:spcBef>
                <a:spcPts val="300"/>
              </a:spcBef>
              <a:spcAft>
                <a:spcPts val="0"/>
              </a:spcAft>
              <a:buSzPts val="1200"/>
              <a:buNone/>
              <a:defRPr b="1" sz="1200"/>
            </a:lvl9pPr>
          </a:lstStyle>
          <a:p/>
        </p:txBody>
      </p:sp>
      <p:sp>
        <p:nvSpPr>
          <p:cNvPr id="92" name="Google Shape;92;p19"/>
          <p:cNvSpPr txBox="1"/>
          <p:nvPr>
            <p:ph idx="2" type="body"/>
          </p:nvPr>
        </p:nvSpPr>
        <p:spPr>
          <a:xfrm>
            <a:off x="457200" y="1631156"/>
            <a:ext cx="4040188" cy="2963466"/>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400"/>
              </a:spcBef>
              <a:spcAft>
                <a:spcPts val="0"/>
              </a:spcAft>
              <a:buSzPts val="1800"/>
              <a:buChar char="□"/>
              <a:defRPr sz="1800"/>
            </a:lvl1pPr>
            <a:lvl2pPr indent="-323850" lvl="1" marL="914400" algn="l">
              <a:lnSpc>
                <a:spcPct val="100000"/>
              </a:lnSpc>
              <a:spcBef>
                <a:spcPts val="300"/>
              </a:spcBef>
              <a:spcAft>
                <a:spcPts val="0"/>
              </a:spcAft>
              <a:buSzPts val="1500"/>
              <a:buChar char="■"/>
              <a:defRPr sz="1500"/>
            </a:lvl2pPr>
            <a:lvl3pPr indent="-317500" lvl="2" marL="1371600" algn="l">
              <a:lnSpc>
                <a:spcPct val="100000"/>
              </a:lnSpc>
              <a:spcBef>
                <a:spcPts val="300"/>
              </a:spcBef>
              <a:spcAft>
                <a:spcPts val="0"/>
              </a:spcAft>
              <a:buSzPts val="1400"/>
              <a:buChar char="□"/>
              <a:defRPr sz="1400"/>
            </a:lvl3pPr>
            <a:lvl4pPr indent="-304800" lvl="3" marL="1828800" algn="l">
              <a:lnSpc>
                <a:spcPct val="100000"/>
              </a:lnSpc>
              <a:spcBef>
                <a:spcPts val="200"/>
              </a:spcBef>
              <a:spcAft>
                <a:spcPts val="0"/>
              </a:spcAft>
              <a:buSzPts val="1200"/>
              <a:buChar char="■"/>
              <a:defRPr sz="1200"/>
            </a:lvl4pPr>
            <a:lvl5pPr indent="-304800" lvl="4" marL="2286000" algn="l">
              <a:lnSpc>
                <a:spcPct val="100000"/>
              </a:lnSpc>
              <a:spcBef>
                <a:spcPts val="300"/>
              </a:spcBef>
              <a:spcAft>
                <a:spcPts val="0"/>
              </a:spcAft>
              <a:buSzPts val="1200"/>
              <a:buChar char="▪"/>
              <a:defRPr sz="1200"/>
            </a:lvl5pPr>
            <a:lvl6pPr indent="-304800" lvl="5" marL="2743200" algn="l">
              <a:lnSpc>
                <a:spcPct val="100000"/>
              </a:lnSpc>
              <a:spcBef>
                <a:spcPts val="300"/>
              </a:spcBef>
              <a:spcAft>
                <a:spcPts val="0"/>
              </a:spcAft>
              <a:buSzPts val="1200"/>
              <a:buChar char="▪"/>
              <a:defRPr sz="1200"/>
            </a:lvl6pPr>
            <a:lvl7pPr indent="-304800" lvl="6" marL="3200400" algn="l">
              <a:lnSpc>
                <a:spcPct val="100000"/>
              </a:lnSpc>
              <a:spcBef>
                <a:spcPts val="300"/>
              </a:spcBef>
              <a:spcAft>
                <a:spcPts val="0"/>
              </a:spcAft>
              <a:buSzPts val="1200"/>
              <a:buChar char="▪"/>
              <a:defRPr sz="1200"/>
            </a:lvl7pPr>
            <a:lvl8pPr indent="-304800" lvl="7" marL="3657600" algn="l">
              <a:lnSpc>
                <a:spcPct val="100000"/>
              </a:lnSpc>
              <a:spcBef>
                <a:spcPts val="300"/>
              </a:spcBef>
              <a:spcAft>
                <a:spcPts val="0"/>
              </a:spcAft>
              <a:buSzPts val="1200"/>
              <a:buChar char="▪"/>
              <a:defRPr sz="1200"/>
            </a:lvl8pPr>
            <a:lvl9pPr indent="-304800" lvl="8" marL="4114800" algn="l">
              <a:lnSpc>
                <a:spcPct val="100000"/>
              </a:lnSpc>
              <a:spcBef>
                <a:spcPts val="300"/>
              </a:spcBef>
              <a:spcAft>
                <a:spcPts val="0"/>
              </a:spcAft>
              <a:buSzPts val="1200"/>
              <a:buChar char="▪"/>
              <a:defRPr sz="1200"/>
            </a:lvl9pPr>
          </a:lstStyle>
          <a:p/>
        </p:txBody>
      </p:sp>
      <p:sp>
        <p:nvSpPr>
          <p:cNvPr id="93" name="Google Shape;93;p19"/>
          <p:cNvSpPr txBox="1"/>
          <p:nvPr>
            <p:ph idx="3" type="body"/>
          </p:nvPr>
        </p:nvSpPr>
        <p:spPr>
          <a:xfrm>
            <a:off x="4645026" y="1151335"/>
            <a:ext cx="4041775" cy="479822"/>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400"/>
              </a:spcBef>
              <a:spcAft>
                <a:spcPts val="0"/>
              </a:spcAft>
              <a:buSzPts val="1800"/>
              <a:buNone/>
              <a:defRPr b="1" sz="1800"/>
            </a:lvl1pPr>
            <a:lvl2pPr indent="-228600" lvl="1" marL="914400" algn="l">
              <a:lnSpc>
                <a:spcPct val="100000"/>
              </a:lnSpc>
              <a:spcBef>
                <a:spcPts val="300"/>
              </a:spcBef>
              <a:spcAft>
                <a:spcPts val="0"/>
              </a:spcAft>
              <a:buSzPts val="1500"/>
              <a:buNone/>
              <a:defRPr b="1" sz="1500"/>
            </a:lvl2pPr>
            <a:lvl3pPr indent="-228600" lvl="2" marL="1371600" algn="l">
              <a:lnSpc>
                <a:spcPct val="100000"/>
              </a:lnSpc>
              <a:spcBef>
                <a:spcPts val="300"/>
              </a:spcBef>
              <a:spcAft>
                <a:spcPts val="0"/>
              </a:spcAft>
              <a:buSzPts val="1400"/>
              <a:buNone/>
              <a:defRPr b="1" sz="1400"/>
            </a:lvl3pPr>
            <a:lvl4pPr indent="-228600" lvl="3" marL="1828800" algn="l">
              <a:lnSpc>
                <a:spcPct val="100000"/>
              </a:lnSpc>
              <a:spcBef>
                <a:spcPts val="200"/>
              </a:spcBef>
              <a:spcAft>
                <a:spcPts val="0"/>
              </a:spcAft>
              <a:buSzPts val="1200"/>
              <a:buNone/>
              <a:defRPr b="1" sz="1200"/>
            </a:lvl4pPr>
            <a:lvl5pPr indent="-228600" lvl="4" marL="2286000" algn="l">
              <a:lnSpc>
                <a:spcPct val="100000"/>
              </a:lnSpc>
              <a:spcBef>
                <a:spcPts val="300"/>
              </a:spcBef>
              <a:spcAft>
                <a:spcPts val="0"/>
              </a:spcAft>
              <a:buSzPts val="1200"/>
              <a:buNone/>
              <a:defRPr b="1" sz="1200"/>
            </a:lvl5pPr>
            <a:lvl6pPr indent="-228600" lvl="5" marL="2743200" algn="l">
              <a:lnSpc>
                <a:spcPct val="100000"/>
              </a:lnSpc>
              <a:spcBef>
                <a:spcPts val="300"/>
              </a:spcBef>
              <a:spcAft>
                <a:spcPts val="0"/>
              </a:spcAft>
              <a:buSzPts val="1200"/>
              <a:buNone/>
              <a:defRPr b="1" sz="1200"/>
            </a:lvl6pPr>
            <a:lvl7pPr indent="-228600" lvl="6" marL="3200400" algn="l">
              <a:lnSpc>
                <a:spcPct val="100000"/>
              </a:lnSpc>
              <a:spcBef>
                <a:spcPts val="300"/>
              </a:spcBef>
              <a:spcAft>
                <a:spcPts val="0"/>
              </a:spcAft>
              <a:buSzPts val="1200"/>
              <a:buNone/>
              <a:defRPr b="1" sz="1200"/>
            </a:lvl7pPr>
            <a:lvl8pPr indent="-228600" lvl="7" marL="3657600" algn="l">
              <a:lnSpc>
                <a:spcPct val="100000"/>
              </a:lnSpc>
              <a:spcBef>
                <a:spcPts val="300"/>
              </a:spcBef>
              <a:spcAft>
                <a:spcPts val="0"/>
              </a:spcAft>
              <a:buSzPts val="1200"/>
              <a:buNone/>
              <a:defRPr b="1" sz="1200"/>
            </a:lvl8pPr>
            <a:lvl9pPr indent="-228600" lvl="8" marL="4114800" algn="l">
              <a:lnSpc>
                <a:spcPct val="100000"/>
              </a:lnSpc>
              <a:spcBef>
                <a:spcPts val="300"/>
              </a:spcBef>
              <a:spcAft>
                <a:spcPts val="0"/>
              </a:spcAft>
              <a:buSzPts val="1200"/>
              <a:buNone/>
              <a:defRPr b="1" sz="1200"/>
            </a:lvl9pPr>
          </a:lstStyle>
          <a:p/>
        </p:txBody>
      </p:sp>
      <p:sp>
        <p:nvSpPr>
          <p:cNvPr id="94" name="Google Shape;94;p19"/>
          <p:cNvSpPr txBox="1"/>
          <p:nvPr>
            <p:ph idx="4" type="body"/>
          </p:nvPr>
        </p:nvSpPr>
        <p:spPr>
          <a:xfrm>
            <a:off x="4645026" y="1631156"/>
            <a:ext cx="4041775" cy="2963466"/>
          </a:xfrm>
          <a:prstGeom prst="rect">
            <a:avLst/>
          </a:prstGeom>
          <a:noFill/>
          <a:ln>
            <a:noFill/>
          </a:ln>
        </p:spPr>
        <p:txBody>
          <a:bodyPr anchorCtr="0" anchor="t" bIns="34275" lIns="68575" spcFirstLastPara="1" rIns="68575" wrap="square" tIns="34275">
            <a:noAutofit/>
          </a:bodyPr>
          <a:lstStyle>
            <a:lvl1pPr indent="-342900" lvl="0" marL="457200" algn="l">
              <a:lnSpc>
                <a:spcPct val="100000"/>
              </a:lnSpc>
              <a:spcBef>
                <a:spcPts val="400"/>
              </a:spcBef>
              <a:spcAft>
                <a:spcPts val="0"/>
              </a:spcAft>
              <a:buSzPts val="1800"/>
              <a:buChar char="□"/>
              <a:defRPr sz="1800"/>
            </a:lvl1pPr>
            <a:lvl2pPr indent="-323850" lvl="1" marL="914400" algn="l">
              <a:lnSpc>
                <a:spcPct val="100000"/>
              </a:lnSpc>
              <a:spcBef>
                <a:spcPts val="300"/>
              </a:spcBef>
              <a:spcAft>
                <a:spcPts val="0"/>
              </a:spcAft>
              <a:buSzPts val="1500"/>
              <a:buChar char="■"/>
              <a:defRPr sz="1500"/>
            </a:lvl2pPr>
            <a:lvl3pPr indent="-317500" lvl="2" marL="1371600" algn="l">
              <a:lnSpc>
                <a:spcPct val="100000"/>
              </a:lnSpc>
              <a:spcBef>
                <a:spcPts val="300"/>
              </a:spcBef>
              <a:spcAft>
                <a:spcPts val="0"/>
              </a:spcAft>
              <a:buSzPts val="1400"/>
              <a:buChar char="□"/>
              <a:defRPr sz="1400"/>
            </a:lvl3pPr>
            <a:lvl4pPr indent="-304800" lvl="3" marL="1828800" algn="l">
              <a:lnSpc>
                <a:spcPct val="100000"/>
              </a:lnSpc>
              <a:spcBef>
                <a:spcPts val="200"/>
              </a:spcBef>
              <a:spcAft>
                <a:spcPts val="0"/>
              </a:spcAft>
              <a:buSzPts val="1200"/>
              <a:buChar char="■"/>
              <a:defRPr sz="1200"/>
            </a:lvl4pPr>
            <a:lvl5pPr indent="-304800" lvl="4" marL="2286000" algn="l">
              <a:lnSpc>
                <a:spcPct val="100000"/>
              </a:lnSpc>
              <a:spcBef>
                <a:spcPts val="300"/>
              </a:spcBef>
              <a:spcAft>
                <a:spcPts val="0"/>
              </a:spcAft>
              <a:buSzPts val="1200"/>
              <a:buChar char="▪"/>
              <a:defRPr sz="1200"/>
            </a:lvl5pPr>
            <a:lvl6pPr indent="-304800" lvl="5" marL="2743200" algn="l">
              <a:lnSpc>
                <a:spcPct val="100000"/>
              </a:lnSpc>
              <a:spcBef>
                <a:spcPts val="300"/>
              </a:spcBef>
              <a:spcAft>
                <a:spcPts val="0"/>
              </a:spcAft>
              <a:buSzPts val="1200"/>
              <a:buChar char="▪"/>
              <a:defRPr sz="1200"/>
            </a:lvl6pPr>
            <a:lvl7pPr indent="-304800" lvl="6" marL="3200400" algn="l">
              <a:lnSpc>
                <a:spcPct val="100000"/>
              </a:lnSpc>
              <a:spcBef>
                <a:spcPts val="300"/>
              </a:spcBef>
              <a:spcAft>
                <a:spcPts val="0"/>
              </a:spcAft>
              <a:buSzPts val="1200"/>
              <a:buChar char="▪"/>
              <a:defRPr sz="1200"/>
            </a:lvl7pPr>
            <a:lvl8pPr indent="-304800" lvl="7" marL="3657600" algn="l">
              <a:lnSpc>
                <a:spcPct val="100000"/>
              </a:lnSpc>
              <a:spcBef>
                <a:spcPts val="300"/>
              </a:spcBef>
              <a:spcAft>
                <a:spcPts val="0"/>
              </a:spcAft>
              <a:buSzPts val="1200"/>
              <a:buChar char="▪"/>
              <a:defRPr sz="1200"/>
            </a:lvl8pPr>
            <a:lvl9pPr indent="-304800" lvl="8" marL="4114800" algn="l">
              <a:lnSpc>
                <a:spcPct val="100000"/>
              </a:lnSpc>
              <a:spcBef>
                <a:spcPts val="300"/>
              </a:spcBef>
              <a:spcAft>
                <a:spcPts val="0"/>
              </a:spcAft>
              <a:buSzPts val="1200"/>
              <a:buChar char="▪"/>
              <a:defRPr sz="1200"/>
            </a:lvl9pPr>
          </a:lstStyle>
          <a:p/>
        </p:txBody>
      </p:sp>
      <p:sp>
        <p:nvSpPr>
          <p:cNvPr id="95" name="Google Shape;95;p19"/>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6" name="Google Shape;96;p19"/>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7" name="Google Shape;97;p19"/>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0"/>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0" name="Google Shape;100;p20"/>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20"/>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2" name="Shape 102"/>
        <p:cNvGrpSpPr/>
        <p:nvPr/>
      </p:nvGrpSpPr>
      <p:grpSpPr>
        <a:xfrm>
          <a:off x="0" y="0"/>
          <a:ext cx="0" cy="0"/>
          <a:chOff x="0" y="0"/>
          <a:chExt cx="0" cy="0"/>
        </a:xfrm>
      </p:grpSpPr>
      <p:sp>
        <p:nvSpPr>
          <p:cNvPr id="103" name="Google Shape;103;p21"/>
          <p:cNvSpPr txBox="1"/>
          <p:nvPr>
            <p:ph type="title"/>
          </p:nvPr>
        </p:nvSpPr>
        <p:spPr>
          <a:xfrm>
            <a:off x="457201" y="204788"/>
            <a:ext cx="3008313" cy="871538"/>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b="1"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21"/>
          <p:cNvSpPr txBox="1"/>
          <p:nvPr>
            <p:ph idx="1" type="body"/>
          </p:nvPr>
        </p:nvSpPr>
        <p:spPr>
          <a:xfrm>
            <a:off x="3575050" y="204788"/>
            <a:ext cx="5111750" cy="4389835"/>
          </a:xfrm>
          <a:prstGeom prst="rect">
            <a:avLst/>
          </a:prstGeom>
          <a:noFill/>
          <a:ln>
            <a:noFill/>
          </a:ln>
        </p:spPr>
        <p:txBody>
          <a:bodyPr anchorCtr="0" anchor="t" bIns="34275" lIns="68575" spcFirstLastPara="1" rIns="68575" wrap="square" tIns="34275">
            <a:noAutofit/>
          </a:bodyPr>
          <a:lstStyle>
            <a:lvl1pPr indent="-381000" lvl="0" marL="457200" algn="l">
              <a:lnSpc>
                <a:spcPct val="100000"/>
              </a:lnSpc>
              <a:spcBef>
                <a:spcPts val="500"/>
              </a:spcBef>
              <a:spcAft>
                <a:spcPts val="0"/>
              </a:spcAft>
              <a:buSzPts val="2400"/>
              <a:buChar char="□"/>
              <a:defRPr sz="2400"/>
            </a:lvl1pPr>
            <a:lvl2pPr indent="-361950" lvl="1" marL="914400" algn="l">
              <a:lnSpc>
                <a:spcPct val="100000"/>
              </a:lnSpc>
              <a:spcBef>
                <a:spcPts val="400"/>
              </a:spcBef>
              <a:spcAft>
                <a:spcPts val="0"/>
              </a:spcAft>
              <a:buSzPts val="2100"/>
              <a:buChar char="■"/>
              <a:defRPr sz="2100"/>
            </a:lvl2pPr>
            <a:lvl3pPr indent="-342900" lvl="2" marL="1371600" algn="l">
              <a:lnSpc>
                <a:spcPct val="100000"/>
              </a:lnSpc>
              <a:spcBef>
                <a:spcPts val="400"/>
              </a:spcBef>
              <a:spcAft>
                <a:spcPts val="0"/>
              </a:spcAft>
              <a:buSzPts val="1800"/>
              <a:buChar char="□"/>
              <a:defRPr sz="1800"/>
            </a:lvl3pPr>
            <a:lvl4pPr indent="-323850" lvl="3" marL="1828800" algn="l">
              <a:lnSpc>
                <a:spcPct val="100000"/>
              </a:lnSpc>
              <a:spcBef>
                <a:spcPts val="300"/>
              </a:spcBef>
              <a:spcAft>
                <a:spcPts val="0"/>
              </a:spcAft>
              <a:buSzPts val="1500"/>
              <a:buChar char="■"/>
              <a:defRPr sz="1500"/>
            </a:lvl4pPr>
            <a:lvl5pPr indent="-323850" lvl="4" marL="2286000" algn="l">
              <a:lnSpc>
                <a:spcPct val="100000"/>
              </a:lnSpc>
              <a:spcBef>
                <a:spcPts val="400"/>
              </a:spcBef>
              <a:spcAft>
                <a:spcPts val="0"/>
              </a:spcAft>
              <a:buSzPts val="1500"/>
              <a:buChar char="▪"/>
              <a:defRPr sz="1500"/>
            </a:lvl5pPr>
            <a:lvl6pPr indent="-323850" lvl="5" marL="2743200" algn="l">
              <a:lnSpc>
                <a:spcPct val="100000"/>
              </a:lnSpc>
              <a:spcBef>
                <a:spcPts val="400"/>
              </a:spcBef>
              <a:spcAft>
                <a:spcPts val="0"/>
              </a:spcAft>
              <a:buSzPts val="1500"/>
              <a:buChar char="▪"/>
              <a:defRPr sz="1500"/>
            </a:lvl6pPr>
            <a:lvl7pPr indent="-323850" lvl="6" marL="3200400" algn="l">
              <a:lnSpc>
                <a:spcPct val="100000"/>
              </a:lnSpc>
              <a:spcBef>
                <a:spcPts val="400"/>
              </a:spcBef>
              <a:spcAft>
                <a:spcPts val="0"/>
              </a:spcAft>
              <a:buSzPts val="1500"/>
              <a:buChar char="▪"/>
              <a:defRPr sz="1500"/>
            </a:lvl7pPr>
            <a:lvl8pPr indent="-323850" lvl="7" marL="3657600" algn="l">
              <a:lnSpc>
                <a:spcPct val="100000"/>
              </a:lnSpc>
              <a:spcBef>
                <a:spcPts val="400"/>
              </a:spcBef>
              <a:spcAft>
                <a:spcPts val="0"/>
              </a:spcAft>
              <a:buSzPts val="1500"/>
              <a:buChar char="▪"/>
              <a:defRPr sz="1500"/>
            </a:lvl8pPr>
            <a:lvl9pPr indent="-323850" lvl="8" marL="4114800" algn="l">
              <a:lnSpc>
                <a:spcPct val="100000"/>
              </a:lnSpc>
              <a:spcBef>
                <a:spcPts val="400"/>
              </a:spcBef>
              <a:spcAft>
                <a:spcPts val="0"/>
              </a:spcAft>
              <a:buSzPts val="1500"/>
              <a:buChar char="▪"/>
              <a:defRPr sz="1500"/>
            </a:lvl9pPr>
          </a:lstStyle>
          <a:p/>
        </p:txBody>
      </p:sp>
      <p:sp>
        <p:nvSpPr>
          <p:cNvPr id="105" name="Google Shape;105;p21"/>
          <p:cNvSpPr txBox="1"/>
          <p:nvPr>
            <p:ph idx="2" type="body"/>
          </p:nvPr>
        </p:nvSpPr>
        <p:spPr>
          <a:xfrm>
            <a:off x="457201" y="1076326"/>
            <a:ext cx="3008313" cy="351829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200"/>
              </a:spcBef>
              <a:spcAft>
                <a:spcPts val="0"/>
              </a:spcAft>
              <a:buSzPts val="1100"/>
              <a:buNone/>
              <a:defRPr sz="1100"/>
            </a:lvl1pPr>
            <a:lvl2pPr indent="-228600" lvl="1" marL="914400" algn="l">
              <a:lnSpc>
                <a:spcPct val="100000"/>
              </a:lnSpc>
              <a:spcBef>
                <a:spcPts val="200"/>
              </a:spcBef>
              <a:spcAft>
                <a:spcPts val="0"/>
              </a:spcAft>
              <a:buSzPts val="900"/>
              <a:buNone/>
              <a:defRPr sz="900"/>
            </a:lvl2pPr>
            <a:lvl3pPr indent="-228600" lvl="2" marL="1371600" algn="l">
              <a:lnSpc>
                <a:spcPct val="100000"/>
              </a:lnSpc>
              <a:spcBef>
                <a:spcPts val="200"/>
              </a:spcBef>
              <a:spcAft>
                <a:spcPts val="0"/>
              </a:spcAft>
              <a:buSzPts val="800"/>
              <a:buNone/>
              <a:defRPr sz="800"/>
            </a:lvl3pPr>
            <a:lvl4pPr indent="-228600" lvl="3" marL="1828800" algn="l">
              <a:lnSpc>
                <a:spcPct val="100000"/>
              </a:lnSpc>
              <a:spcBef>
                <a:spcPts val="100"/>
              </a:spcBef>
              <a:spcAft>
                <a:spcPts val="0"/>
              </a:spcAft>
              <a:buSzPts val="700"/>
              <a:buNone/>
              <a:defRPr sz="700"/>
            </a:lvl4pPr>
            <a:lvl5pPr indent="-228600" lvl="4" marL="2286000" algn="l">
              <a:lnSpc>
                <a:spcPct val="100000"/>
              </a:lnSpc>
              <a:spcBef>
                <a:spcPts val="200"/>
              </a:spcBef>
              <a:spcAft>
                <a:spcPts val="0"/>
              </a:spcAft>
              <a:buSzPts val="700"/>
              <a:buNone/>
              <a:defRPr sz="700"/>
            </a:lvl5pPr>
            <a:lvl6pPr indent="-228600" lvl="5" marL="2743200" algn="l">
              <a:lnSpc>
                <a:spcPct val="100000"/>
              </a:lnSpc>
              <a:spcBef>
                <a:spcPts val="200"/>
              </a:spcBef>
              <a:spcAft>
                <a:spcPts val="0"/>
              </a:spcAft>
              <a:buSzPts val="700"/>
              <a:buNone/>
              <a:defRPr sz="700"/>
            </a:lvl6pPr>
            <a:lvl7pPr indent="-228600" lvl="6" marL="3200400" algn="l">
              <a:lnSpc>
                <a:spcPct val="100000"/>
              </a:lnSpc>
              <a:spcBef>
                <a:spcPts val="200"/>
              </a:spcBef>
              <a:spcAft>
                <a:spcPts val="0"/>
              </a:spcAft>
              <a:buSzPts val="700"/>
              <a:buNone/>
              <a:defRPr sz="700"/>
            </a:lvl7pPr>
            <a:lvl8pPr indent="-228600" lvl="7" marL="3657600" algn="l">
              <a:lnSpc>
                <a:spcPct val="100000"/>
              </a:lnSpc>
              <a:spcBef>
                <a:spcPts val="200"/>
              </a:spcBef>
              <a:spcAft>
                <a:spcPts val="0"/>
              </a:spcAft>
              <a:buSzPts val="700"/>
              <a:buNone/>
              <a:defRPr sz="700"/>
            </a:lvl8pPr>
            <a:lvl9pPr indent="-228600" lvl="8" marL="4114800" algn="l">
              <a:lnSpc>
                <a:spcPct val="100000"/>
              </a:lnSpc>
              <a:spcBef>
                <a:spcPts val="200"/>
              </a:spcBef>
              <a:spcAft>
                <a:spcPts val="0"/>
              </a:spcAft>
              <a:buSzPts val="700"/>
              <a:buNone/>
              <a:defRPr sz="700"/>
            </a:lvl9pPr>
          </a:lstStyle>
          <a:p/>
        </p:txBody>
      </p:sp>
      <p:sp>
        <p:nvSpPr>
          <p:cNvPr id="106" name="Google Shape;106;p21"/>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7" name="Google Shape;107;p21"/>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8" name="Google Shape;108;p21"/>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9" name="Shape 109"/>
        <p:cNvGrpSpPr/>
        <p:nvPr/>
      </p:nvGrpSpPr>
      <p:grpSpPr>
        <a:xfrm>
          <a:off x="0" y="0"/>
          <a:ext cx="0" cy="0"/>
          <a:chOff x="0" y="0"/>
          <a:chExt cx="0" cy="0"/>
        </a:xfrm>
      </p:grpSpPr>
      <p:sp>
        <p:nvSpPr>
          <p:cNvPr id="110" name="Google Shape;110;p22"/>
          <p:cNvSpPr txBox="1"/>
          <p:nvPr>
            <p:ph type="title"/>
          </p:nvPr>
        </p:nvSpPr>
        <p:spPr>
          <a:xfrm>
            <a:off x="1792288" y="3600450"/>
            <a:ext cx="5486400" cy="425054"/>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b="1" sz="1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1" name="Google Shape;111;p22"/>
          <p:cNvSpPr/>
          <p:nvPr>
            <p:ph idx="2" type="pic"/>
          </p:nvPr>
        </p:nvSpPr>
        <p:spPr>
          <a:xfrm>
            <a:off x="1792288" y="459581"/>
            <a:ext cx="5486400" cy="3086100"/>
          </a:xfrm>
          <a:prstGeom prst="rect">
            <a:avLst/>
          </a:prstGeom>
          <a:noFill/>
          <a:ln>
            <a:noFill/>
          </a:ln>
        </p:spPr>
      </p:sp>
      <p:sp>
        <p:nvSpPr>
          <p:cNvPr id="112" name="Google Shape;112;p22"/>
          <p:cNvSpPr txBox="1"/>
          <p:nvPr>
            <p:ph idx="1" type="body"/>
          </p:nvPr>
        </p:nvSpPr>
        <p:spPr>
          <a:xfrm>
            <a:off x="1792288" y="4025503"/>
            <a:ext cx="5486400" cy="603647"/>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200"/>
              </a:spcBef>
              <a:spcAft>
                <a:spcPts val="0"/>
              </a:spcAft>
              <a:buSzPts val="1100"/>
              <a:buNone/>
              <a:defRPr sz="1100"/>
            </a:lvl1pPr>
            <a:lvl2pPr indent="-228600" lvl="1" marL="914400" algn="l">
              <a:lnSpc>
                <a:spcPct val="100000"/>
              </a:lnSpc>
              <a:spcBef>
                <a:spcPts val="200"/>
              </a:spcBef>
              <a:spcAft>
                <a:spcPts val="0"/>
              </a:spcAft>
              <a:buSzPts val="900"/>
              <a:buNone/>
              <a:defRPr sz="900"/>
            </a:lvl2pPr>
            <a:lvl3pPr indent="-228600" lvl="2" marL="1371600" algn="l">
              <a:lnSpc>
                <a:spcPct val="100000"/>
              </a:lnSpc>
              <a:spcBef>
                <a:spcPts val="200"/>
              </a:spcBef>
              <a:spcAft>
                <a:spcPts val="0"/>
              </a:spcAft>
              <a:buSzPts val="800"/>
              <a:buNone/>
              <a:defRPr sz="800"/>
            </a:lvl3pPr>
            <a:lvl4pPr indent="-228600" lvl="3" marL="1828800" algn="l">
              <a:lnSpc>
                <a:spcPct val="100000"/>
              </a:lnSpc>
              <a:spcBef>
                <a:spcPts val="100"/>
              </a:spcBef>
              <a:spcAft>
                <a:spcPts val="0"/>
              </a:spcAft>
              <a:buSzPts val="700"/>
              <a:buNone/>
              <a:defRPr sz="700"/>
            </a:lvl4pPr>
            <a:lvl5pPr indent="-228600" lvl="4" marL="2286000" algn="l">
              <a:lnSpc>
                <a:spcPct val="100000"/>
              </a:lnSpc>
              <a:spcBef>
                <a:spcPts val="200"/>
              </a:spcBef>
              <a:spcAft>
                <a:spcPts val="0"/>
              </a:spcAft>
              <a:buSzPts val="700"/>
              <a:buNone/>
              <a:defRPr sz="700"/>
            </a:lvl5pPr>
            <a:lvl6pPr indent="-228600" lvl="5" marL="2743200" algn="l">
              <a:lnSpc>
                <a:spcPct val="100000"/>
              </a:lnSpc>
              <a:spcBef>
                <a:spcPts val="200"/>
              </a:spcBef>
              <a:spcAft>
                <a:spcPts val="0"/>
              </a:spcAft>
              <a:buSzPts val="700"/>
              <a:buNone/>
              <a:defRPr sz="700"/>
            </a:lvl6pPr>
            <a:lvl7pPr indent="-228600" lvl="6" marL="3200400" algn="l">
              <a:lnSpc>
                <a:spcPct val="100000"/>
              </a:lnSpc>
              <a:spcBef>
                <a:spcPts val="200"/>
              </a:spcBef>
              <a:spcAft>
                <a:spcPts val="0"/>
              </a:spcAft>
              <a:buSzPts val="700"/>
              <a:buNone/>
              <a:defRPr sz="700"/>
            </a:lvl7pPr>
            <a:lvl8pPr indent="-228600" lvl="7" marL="3657600" algn="l">
              <a:lnSpc>
                <a:spcPct val="100000"/>
              </a:lnSpc>
              <a:spcBef>
                <a:spcPts val="200"/>
              </a:spcBef>
              <a:spcAft>
                <a:spcPts val="0"/>
              </a:spcAft>
              <a:buSzPts val="700"/>
              <a:buNone/>
              <a:defRPr sz="700"/>
            </a:lvl8pPr>
            <a:lvl9pPr indent="-228600" lvl="8" marL="4114800" algn="l">
              <a:lnSpc>
                <a:spcPct val="100000"/>
              </a:lnSpc>
              <a:spcBef>
                <a:spcPts val="200"/>
              </a:spcBef>
              <a:spcAft>
                <a:spcPts val="0"/>
              </a:spcAft>
              <a:buSzPts val="700"/>
              <a:buNone/>
              <a:defRPr sz="700"/>
            </a:lvl9pPr>
          </a:lstStyle>
          <a:p/>
        </p:txBody>
      </p:sp>
      <p:sp>
        <p:nvSpPr>
          <p:cNvPr id="113" name="Google Shape;113;p22"/>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4" name="Google Shape;114;p22"/>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5" name="Google Shape;115;p22"/>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6" name="Shape 116"/>
        <p:cNvGrpSpPr/>
        <p:nvPr/>
      </p:nvGrpSpPr>
      <p:grpSpPr>
        <a:xfrm>
          <a:off x="0" y="0"/>
          <a:ext cx="0" cy="0"/>
          <a:chOff x="0" y="0"/>
          <a:chExt cx="0" cy="0"/>
        </a:xfrm>
      </p:grpSpPr>
      <p:sp>
        <p:nvSpPr>
          <p:cNvPr id="117" name="Google Shape;117;p23"/>
          <p:cNvSpPr txBox="1"/>
          <p:nvPr>
            <p:ph type="title"/>
          </p:nvPr>
        </p:nvSpPr>
        <p:spPr>
          <a:xfrm>
            <a:off x="574675" y="228601"/>
            <a:ext cx="8001000" cy="912019"/>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8" name="Google Shape;118;p23"/>
          <p:cNvSpPr txBox="1"/>
          <p:nvPr>
            <p:ph idx="1" type="body"/>
          </p:nvPr>
        </p:nvSpPr>
        <p:spPr>
          <a:xfrm rot="5400000">
            <a:off x="2967038" y="-1085850"/>
            <a:ext cx="3200400" cy="8001000"/>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300"/>
              </a:spcBef>
              <a:spcAft>
                <a:spcPts val="0"/>
              </a:spcAft>
              <a:buSzPts val="1400"/>
              <a:buChar char="□"/>
              <a:defRPr/>
            </a:lvl1pPr>
            <a:lvl2pPr indent="-317500" lvl="1" marL="914400" algn="l">
              <a:lnSpc>
                <a:spcPct val="100000"/>
              </a:lnSpc>
              <a:spcBef>
                <a:spcPts val="300"/>
              </a:spcBef>
              <a:spcAft>
                <a:spcPts val="0"/>
              </a:spcAft>
              <a:buSzPts val="1400"/>
              <a:buChar char="■"/>
              <a:defRPr/>
            </a:lvl2pPr>
            <a:lvl3pPr indent="-317500" lvl="2" marL="1371600" algn="l">
              <a:lnSpc>
                <a:spcPct val="100000"/>
              </a:lnSpc>
              <a:spcBef>
                <a:spcPts val="300"/>
              </a:spcBef>
              <a:spcAft>
                <a:spcPts val="0"/>
              </a:spcAft>
              <a:buSzPts val="1400"/>
              <a:buChar char="□"/>
              <a:defRPr/>
            </a:lvl3pPr>
            <a:lvl4pPr indent="-317500" lvl="3" marL="1828800" algn="l">
              <a:lnSpc>
                <a:spcPct val="100000"/>
              </a:lnSpc>
              <a:spcBef>
                <a:spcPts val="300"/>
              </a:spcBef>
              <a:spcAft>
                <a:spcPts val="0"/>
              </a:spcAft>
              <a:buSzPts val="1400"/>
              <a:buChar char="■"/>
              <a:defRPr/>
            </a:lvl4pPr>
            <a:lvl5pPr indent="-317500" lvl="4" marL="2286000" algn="l">
              <a:lnSpc>
                <a:spcPct val="100000"/>
              </a:lnSpc>
              <a:spcBef>
                <a:spcPts val="300"/>
              </a:spcBef>
              <a:spcAft>
                <a:spcPts val="0"/>
              </a:spcAft>
              <a:buSzPts val="1400"/>
              <a:buChar char="▪"/>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119" name="Google Shape;119;p23"/>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0" name="Google Shape;120;p23"/>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1" name="Google Shape;121;p23"/>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2" name="Shape 122"/>
        <p:cNvGrpSpPr/>
        <p:nvPr/>
      </p:nvGrpSpPr>
      <p:grpSpPr>
        <a:xfrm>
          <a:off x="0" y="0"/>
          <a:ext cx="0" cy="0"/>
          <a:chOff x="0" y="0"/>
          <a:chExt cx="0" cy="0"/>
        </a:xfrm>
      </p:grpSpPr>
      <p:sp>
        <p:nvSpPr>
          <p:cNvPr id="123" name="Google Shape;123;p24"/>
          <p:cNvSpPr txBox="1"/>
          <p:nvPr>
            <p:ph type="title"/>
          </p:nvPr>
        </p:nvSpPr>
        <p:spPr>
          <a:xfrm rot="5400000">
            <a:off x="5431632" y="1370807"/>
            <a:ext cx="4286250" cy="2001837"/>
          </a:xfrm>
          <a:prstGeom prst="rect">
            <a:avLst/>
          </a:prstGeom>
          <a:noFill/>
          <a:ln>
            <a:noFill/>
          </a:ln>
        </p:spPr>
        <p:txBody>
          <a:bodyPr anchorCtr="0" anchor="b"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4" name="Google Shape;124;p24"/>
          <p:cNvSpPr txBox="1"/>
          <p:nvPr>
            <p:ph idx="1" type="body"/>
          </p:nvPr>
        </p:nvSpPr>
        <p:spPr>
          <a:xfrm rot="5400000">
            <a:off x="1350963" y="-555625"/>
            <a:ext cx="4286250" cy="5854700"/>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300"/>
              </a:spcBef>
              <a:spcAft>
                <a:spcPts val="0"/>
              </a:spcAft>
              <a:buSzPts val="1400"/>
              <a:buChar char="□"/>
              <a:defRPr/>
            </a:lvl1pPr>
            <a:lvl2pPr indent="-317500" lvl="1" marL="914400" algn="l">
              <a:lnSpc>
                <a:spcPct val="100000"/>
              </a:lnSpc>
              <a:spcBef>
                <a:spcPts val="300"/>
              </a:spcBef>
              <a:spcAft>
                <a:spcPts val="0"/>
              </a:spcAft>
              <a:buSzPts val="1400"/>
              <a:buChar char="■"/>
              <a:defRPr/>
            </a:lvl2pPr>
            <a:lvl3pPr indent="-317500" lvl="2" marL="1371600" algn="l">
              <a:lnSpc>
                <a:spcPct val="100000"/>
              </a:lnSpc>
              <a:spcBef>
                <a:spcPts val="300"/>
              </a:spcBef>
              <a:spcAft>
                <a:spcPts val="0"/>
              </a:spcAft>
              <a:buSzPts val="1400"/>
              <a:buChar char="□"/>
              <a:defRPr/>
            </a:lvl3pPr>
            <a:lvl4pPr indent="-317500" lvl="3" marL="1828800" algn="l">
              <a:lnSpc>
                <a:spcPct val="100000"/>
              </a:lnSpc>
              <a:spcBef>
                <a:spcPts val="300"/>
              </a:spcBef>
              <a:spcAft>
                <a:spcPts val="0"/>
              </a:spcAft>
              <a:buSzPts val="1400"/>
              <a:buChar char="■"/>
              <a:defRPr/>
            </a:lvl4pPr>
            <a:lvl5pPr indent="-317500" lvl="4" marL="2286000" algn="l">
              <a:lnSpc>
                <a:spcPct val="100000"/>
              </a:lnSpc>
              <a:spcBef>
                <a:spcPts val="300"/>
              </a:spcBef>
              <a:spcAft>
                <a:spcPts val="0"/>
              </a:spcAft>
              <a:buSzPts val="1400"/>
              <a:buChar char="▪"/>
              <a:defRPr/>
            </a:lvl5pPr>
            <a:lvl6pPr indent="-317500" lvl="5" marL="2743200" algn="l">
              <a:lnSpc>
                <a:spcPct val="100000"/>
              </a:lnSpc>
              <a:spcBef>
                <a:spcPts val="300"/>
              </a:spcBef>
              <a:spcAft>
                <a:spcPts val="0"/>
              </a:spcAft>
              <a:buSzPts val="1400"/>
              <a:buChar char="▪"/>
              <a:defRPr/>
            </a:lvl6pPr>
            <a:lvl7pPr indent="-317500" lvl="6" marL="3200400" algn="l">
              <a:lnSpc>
                <a:spcPct val="100000"/>
              </a:lnSpc>
              <a:spcBef>
                <a:spcPts val="300"/>
              </a:spcBef>
              <a:spcAft>
                <a:spcPts val="0"/>
              </a:spcAft>
              <a:buSzPts val="1400"/>
              <a:buChar char="▪"/>
              <a:defRPr/>
            </a:lvl7pPr>
            <a:lvl8pPr indent="-317500" lvl="7" marL="3657600" algn="l">
              <a:lnSpc>
                <a:spcPct val="100000"/>
              </a:lnSpc>
              <a:spcBef>
                <a:spcPts val="300"/>
              </a:spcBef>
              <a:spcAft>
                <a:spcPts val="0"/>
              </a:spcAft>
              <a:buSzPts val="1400"/>
              <a:buChar char="▪"/>
              <a:defRPr/>
            </a:lvl8pPr>
            <a:lvl9pPr indent="-317500" lvl="8" marL="4114800" algn="l">
              <a:lnSpc>
                <a:spcPct val="100000"/>
              </a:lnSpc>
              <a:spcBef>
                <a:spcPts val="300"/>
              </a:spcBef>
              <a:spcAft>
                <a:spcPts val="0"/>
              </a:spcAft>
              <a:buSzPts val="1400"/>
              <a:buChar char="▪"/>
              <a:defRPr/>
            </a:lvl9pPr>
          </a:lstStyle>
          <a:p/>
        </p:txBody>
      </p:sp>
      <p:sp>
        <p:nvSpPr>
          <p:cNvPr id="125" name="Google Shape;125;p24"/>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6" name="Google Shape;126;p24"/>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7" name="Google Shape;127;p24"/>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2.xml"/><Relationship Id="rId12" Type="http://schemas.openxmlformats.org/officeDocument/2006/relationships/slideLayout" Target="../slideLayouts/slideLayout22.xml"/><Relationship Id="rId1" Type="http://schemas.openxmlformats.org/officeDocument/2006/relationships/image" Target="../media/image3.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100000" ty="0" sy="100000"/>
        </a:blip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574675" y="228601"/>
            <a:ext cx="8001000" cy="912019"/>
          </a:xfrm>
          <a:prstGeom prst="rect">
            <a:avLst/>
          </a:prstGeom>
          <a:noFill/>
          <a:ln>
            <a:noFill/>
          </a:ln>
        </p:spPr>
        <p:txBody>
          <a:bodyPr anchorCtr="0" anchor="b"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2900" u="none" cap="none" strike="noStrike">
                <a:solidFill>
                  <a:schemeClr val="dk2"/>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100"/>
              <a:buFont typeface="Arial"/>
              <a:buNone/>
              <a:defRPr b="0" i="0" sz="2900" u="none" cap="none" strike="noStrike">
                <a:solidFill>
                  <a:schemeClr val="dk2"/>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100"/>
              <a:buFont typeface="Arial"/>
              <a:buNone/>
              <a:defRPr b="0" i="0" sz="2900" u="none" cap="none" strike="noStrike">
                <a:solidFill>
                  <a:schemeClr val="dk2"/>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100"/>
              <a:buFont typeface="Arial"/>
              <a:buNone/>
              <a:defRPr b="0" i="0" sz="2900" u="none" cap="none" strike="noStrike">
                <a:solidFill>
                  <a:schemeClr val="dk2"/>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100"/>
              <a:buFont typeface="Arial"/>
              <a:buNone/>
              <a:defRPr b="0" i="0" sz="2900" u="none" cap="none" strike="noStrike">
                <a:solidFill>
                  <a:schemeClr val="dk2"/>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100"/>
              <a:buFont typeface="Arial"/>
              <a:buNone/>
              <a:defRPr b="0" i="0" sz="2900" u="none" cap="none" strike="noStrike">
                <a:solidFill>
                  <a:schemeClr val="dk2"/>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100"/>
              <a:buFont typeface="Arial"/>
              <a:buNone/>
              <a:defRPr b="0" i="0" sz="2900" u="none" cap="none" strike="noStrike">
                <a:solidFill>
                  <a:schemeClr val="dk2"/>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100"/>
              <a:buFont typeface="Arial"/>
              <a:buNone/>
              <a:defRPr b="0" i="0" sz="2900" u="none" cap="none" strike="noStrike">
                <a:solidFill>
                  <a:schemeClr val="dk2"/>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100"/>
              <a:buFont typeface="Arial"/>
              <a:buNone/>
              <a:defRPr b="0" i="0" sz="2900" u="none" cap="none" strike="noStrike">
                <a:solidFill>
                  <a:schemeClr val="dk2"/>
                </a:solidFill>
                <a:latin typeface="Verdana"/>
                <a:ea typeface="Verdana"/>
                <a:cs typeface="Verdana"/>
                <a:sym typeface="Verdana"/>
              </a:defRPr>
            </a:lvl9pPr>
          </a:lstStyle>
          <a:p/>
        </p:txBody>
      </p:sp>
      <p:sp>
        <p:nvSpPr>
          <p:cNvPr id="52" name="Google Shape;52;p13"/>
          <p:cNvSpPr txBox="1"/>
          <p:nvPr>
            <p:ph idx="1" type="body"/>
          </p:nvPr>
        </p:nvSpPr>
        <p:spPr>
          <a:xfrm>
            <a:off x="566738" y="1314450"/>
            <a:ext cx="8001000" cy="3200400"/>
          </a:xfrm>
          <a:prstGeom prst="rect">
            <a:avLst/>
          </a:prstGeom>
          <a:noFill/>
          <a:ln>
            <a:noFill/>
          </a:ln>
        </p:spPr>
        <p:txBody>
          <a:bodyPr anchorCtr="0" anchor="t" bIns="34275" lIns="68575" spcFirstLastPara="1" rIns="68575" wrap="square" tIns="34275">
            <a:noAutofit/>
          </a:bodyPr>
          <a:lstStyle>
            <a:lvl1pPr indent="-374650" lvl="0" marL="457200" marR="0" rtl="0" algn="l">
              <a:lnSpc>
                <a:spcPct val="100000"/>
              </a:lnSpc>
              <a:spcBef>
                <a:spcPts val="500"/>
              </a:spcBef>
              <a:spcAft>
                <a:spcPts val="0"/>
              </a:spcAft>
              <a:buClr>
                <a:schemeClr val="accent2"/>
              </a:buClr>
              <a:buSzPts val="2300"/>
              <a:buFont typeface="Noto Sans Symbols"/>
              <a:buChar char="□"/>
              <a:defRPr b="0" i="0" sz="2300" u="none" cap="none" strike="noStrike">
                <a:solidFill>
                  <a:schemeClr val="dk1"/>
                </a:solidFill>
                <a:latin typeface="Verdana"/>
                <a:ea typeface="Verdana"/>
                <a:cs typeface="Verdana"/>
                <a:sym typeface="Verdana"/>
              </a:defRPr>
            </a:lvl1pPr>
            <a:lvl2pPr indent="-355600" lvl="1" marL="914400" marR="0" rtl="0" algn="l">
              <a:lnSpc>
                <a:spcPct val="100000"/>
              </a:lnSpc>
              <a:spcBef>
                <a:spcPts val="400"/>
              </a:spcBef>
              <a:spcAft>
                <a:spcPts val="0"/>
              </a:spcAft>
              <a:buClr>
                <a:schemeClr val="accent2"/>
              </a:buClr>
              <a:buSzPts val="2000"/>
              <a:buFont typeface="Noto Sans Symbols"/>
              <a:buChar char="■"/>
              <a:defRPr b="0" i="0" sz="2000" u="none" cap="none" strike="noStrike">
                <a:solidFill>
                  <a:schemeClr val="dk1"/>
                </a:solidFill>
                <a:latin typeface="Verdana"/>
                <a:ea typeface="Verdana"/>
                <a:cs typeface="Verdana"/>
                <a:sym typeface="Verdana"/>
              </a:defRPr>
            </a:lvl2pPr>
            <a:lvl3pPr indent="-336550" lvl="2" marL="1371600" marR="0" rtl="0" algn="l">
              <a:lnSpc>
                <a:spcPct val="100000"/>
              </a:lnSpc>
              <a:spcBef>
                <a:spcPts val="300"/>
              </a:spcBef>
              <a:spcAft>
                <a:spcPts val="0"/>
              </a:spcAft>
              <a:buClr>
                <a:schemeClr val="accent2"/>
              </a:buClr>
              <a:buSzPts val="1700"/>
              <a:buFont typeface="Noto Sans Symbols"/>
              <a:buChar char="□"/>
              <a:defRPr b="0" i="0" sz="1700" u="none" cap="none" strike="noStrike">
                <a:solidFill>
                  <a:schemeClr val="dk1"/>
                </a:solidFill>
                <a:latin typeface="Verdana"/>
                <a:ea typeface="Verdana"/>
                <a:cs typeface="Verdana"/>
                <a:sym typeface="Verdana"/>
              </a:defRPr>
            </a:lvl3pPr>
            <a:lvl4pPr indent="-323850" lvl="3" marL="1828800" marR="0" rtl="0" algn="l">
              <a:lnSpc>
                <a:spcPct val="100000"/>
              </a:lnSpc>
              <a:spcBef>
                <a:spcPts val="300"/>
              </a:spcBef>
              <a:spcAft>
                <a:spcPts val="0"/>
              </a:spcAft>
              <a:buClr>
                <a:schemeClr val="accent2"/>
              </a:buClr>
              <a:buSzPts val="1500"/>
              <a:buFont typeface="Noto Sans Symbols"/>
              <a:buChar char="■"/>
              <a:defRPr b="0" i="0" sz="1500" u="none" cap="none" strike="noStrike">
                <a:solidFill>
                  <a:schemeClr val="dk1"/>
                </a:solidFill>
                <a:latin typeface="Verdana"/>
                <a:ea typeface="Verdana"/>
                <a:cs typeface="Verdana"/>
                <a:sym typeface="Verdana"/>
              </a:defRPr>
            </a:lvl4pPr>
            <a:lvl5pPr indent="-323850" lvl="4" marL="2286000" marR="0" rtl="0" algn="l">
              <a:lnSpc>
                <a:spcPct val="100000"/>
              </a:lnSpc>
              <a:spcBef>
                <a:spcPts val="400"/>
              </a:spcBef>
              <a:spcAft>
                <a:spcPts val="0"/>
              </a:spcAft>
              <a:buClr>
                <a:schemeClr val="accent2"/>
              </a:buClr>
              <a:buSzPts val="1500"/>
              <a:buFont typeface="Noto Sans Symbols"/>
              <a:buChar char="▪"/>
              <a:defRPr b="0" i="0" sz="1500" u="none" cap="none" strike="noStrike">
                <a:solidFill>
                  <a:schemeClr val="dk1"/>
                </a:solidFill>
                <a:latin typeface="Verdana"/>
                <a:ea typeface="Verdana"/>
                <a:cs typeface="Verdana"/>
                <a:sym typeface="Verdana"/>
              </a:defRPr>
            </a:lvl5pPr>
            <a:lvl6pPr indent="-323850" lvl="5" marL="2743200" marR="0" rtl="0" algn="l">
              <a:lnSpc>
                <a:spcPct val="100000"/>
              </a:lnSpc>
              <a:spcBef>
                <a:spcPts val="400"/>
              </a:spcBef>
              <a:spcAft>
                <a:spcPts val="0"/>
              </a:spcAft>
              <a:buClr>
                <a:schemeClr val="accent2"/>
              </a:buClr>
              <a:buSzPts val="1500"/>
              <a:buFont typeface="Noto Sans Symbols"/>
              <a:buChar char="▪"/>
              <a:defRPr b="0" i="0" sz="1500" u="none" cap="none" strike="noStrike">
                <a:solidFill>
                  <a:schemeClr val="dk1"/>
                </a:solidFill>
                <a:latin typeface="Verdana"/>
                <a:ea typeface="Verdana"/>
                <a:cs typeface="Verdana"/>
                <a:sym typeface="Verdana"/>
              </a:defRPr>
            </a:lvl6pPr>
            <a:lvl7pPr indent="-323850" lvl="6" marL="3200400" marR="0" rtl="0" algn="l">
              <a:lnSpc>
                <a:spcPct val="100000"/>
              </a:lnSpc>
              <a:spcBef>
                <a:spcPts val="400"/>
              </a:spcBef>
              <a:spcAft>
                <a:spcPts val="0"/>
              </a:spcAft>
              <a:buClr>
                <a:schemeClr val="accent2"/>
              </a:buClr>
              <a:buSzPts val="1500"/>
              <a:buFont typeface="Noto Sans Symbols"/>
              <a:buChar char="▪"/>
              <a:defRPr b="0" i="0" sz="1500" u="none" cap="none" strike="noStrike">
                <a:solidFill>
                  <a:schemeClr val="dk1"/>
                </a:solidFill>
                <a:latin typeface="Verdana"/>
                <a:ea typeface="Verdana"/>
                <a:cs typeface="Verdana"/>
                <a:sym typeface="Verdana"/>
              </a:defRPr>
            </a:lvl7pPr>
            <a:lvl8pPr indent="-323850" lvl="7" marL="3657600" marR="0" rtl="0" algn="l">
              <a:lnSpc>
                <a:spcPct val="100000"/>
              </a:lnSpc>
              <a:spcBef>
                <a:spcPts val="400"/>
              </a:spcBef>
              <a:spcAft>
                <a:spcPts val="0"/>
              </a:spcAft>
              <a:buClr>
                <a:schemeClr val="accent2"/>
              </a:buClr>
              <a:buSzPts val="1500"/>
              <a:buFont typeface="Noto Sans Symbols"/>
              <a:buChar char="▪"/>
              <a:defRPr b="0" i="0" sz="1500" u="none" cap="none" strike="noStrike">
                <a:solidFill>
                  <a:schemeClr val="dk1"/>
                </a:solidFill>
                <a:latin typeface="Verdana"/>
                <a:ea typeface="Verdana"/>
                <a:cs typeface="Verdana"/>
                <a:sym typeface="Verdana"/>
              </a:defRPr>
            </a:lvl8pPr>
            <a:lvl9pPr indent="-323850" lvl="8" marL="4114800" marR="0" rtl="0" algn="l">
              <a:lnSpc>
                <a:spcPct val="100000"/>
              </a:lnSpc>
              <a:spcBef>
                <a:spcPts val="400"/>
              </a:spcBef>
              <a:spcAft>
                <a:spcPts val="0"/>
              </a:spcAft>
              <a:buClr>
                <a:schemeClr val="accent2"/>
              </a:buClr>
              <a:buSzPts val="1500"/>
              <a:buFont typeface="Noto Sans Symbols"/>
              <a:buChar char="▪"/>
              <a:defRPr b="0" i="0" sz="1500" u="none" cap="none" strike="noStrike">
                <a:solidFill>
                  <a:schemeClr val="dk1"/>
                </a:solidFill>
                <a:latin typeface="Verdana"/>
                <a:ea typeface="Verdana"/>
                <a:cs typeface="Verdana"/>
                <a:sym typeface="Verdana"/>
              </a:defRPr>
            </a:lvl9pPr>
          </a:lstStyle>
          <a:p/>
        </p:txBody>
      </p:sp>
      <p:sp>
        <p:nvSpPr>
          <p:cNvPr id="53" name="Google Shape;53;p13"/>
          <p:cNvSpPr/>
          <p:nvPr/>
        </p:nvSpPr>
        <p:spPr>
          <a:xfrm>
            <a:off x="609600" y="1175148"/>
            <a:ext cx="7958138" cy="82153"/>
          </a:xfrm>
          <a:custGeom>
            <a:rect b="b" l="l" r="r" t="t"/>
            <a:pathLst>
              <a:path extrusionOk="0" h="1000" w="1000">
                <a:moveTo>
                  <a:pt x="0" y="0"/>
                </a:moveTo>
                <a:lnTo>
                  <a:pt x="585" y="0"/>
                </a:lnTo>
                <a:lnTo>
                  <a:pt x="585" y="1000"/>
                </a:lnTo>
                <a:lnTo>
                  <a:pt x="0" y="1000"/>
                </a:lnTo>
                <a:lnTo>
                  <a:pt x="0" y="0"/>
                </a:lnTo>
                <a:close/>
              </a:path>
              <a:path extrusionOk="0" h="1000" w="1000">
                <a:moveTo>
                  <a:pt x="0" y="0"/>
                </a:moveTo>
                <a:lnTo>
                  <a:pt x="1000" y="0"/>
                </a:lnTo>
              </a:path>
            </a:pathLst>
          </a:custGeom>
          <a:solidFill>
            <a:schemeClr val="accent2"/>
          </a:solidFill>
          <a:ln cap="flat" cmpd="sng" w="9525">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Verdana"/>
              <a:ea typeface="Verdana"/>
              <a:cs typeface="Verdana"/>
              <a:sym typeface="Verdana"/>
            </a:endParaRPr>
          </a:p>
        </p:txBody>
      </p:sp>
      <p:cxnSp>
        <p:nvCxnSpPr>
          <p:cNvPr id="54" name="Google Shape;54;p13"/>
          <p:cNvCxnSpPr/>
          <p:nvPr/>
        </p:nvCxnSpPr>
        <p:spPr>
          <a:xfrm>
            <a:off x="609600" y="4629150"/>
            <a:ext cx="7924800" cy="0"/>
          </a:xfrm>
          <a:prstGeom prst="straightConnector1">
            <a:avLst/>
          </a:prstGeom>
          <a:noFill/>
          <a:ln cap="flat" cmpd="sng" w="9525">
            <a:solidFill>
              <a:schemeClr val="accent2"/>
            </a:solidFill>
            <a:prstDash val="solid"/>
            <a:round/>
            <a:headEnd len="sm" w="sm" type="none"/>
            <a:tailEnd len="sm" w="sm" type="none"/>
          </a:ln>
        </p:spPr>
      </p:cxnSp>
      <p:sp>
        <p:nvSpPr>
          <p:cNvPr id="55" name="Google Shape;55;p13"/>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9pPr>
          </a:lstStyle>
          <a:p/>
        </p:txBody>
      </p:sp>
      <p:sp>
        <p:nvSpPr>
          <p:cNvPr id="56" name="Google Shape;56;p13"/>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chemeClr val="dk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Verdana"/>
                <a:ea typeface="Verdana"/>
                <a:cs typeface="Verdana"/>
                <a:sym typeface="Verdana"/>
              </a:defRPr>
            </a:lvl9pPr>
          </a:lstStyle>
          <a:p/>
        </p:txBody>
      </p:sp>
      <p:sp>
        <p:nvSpPr>
          <p:cNvPr id="57" name="Google Shape;57;p13"/>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1"/>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tile algn="tl" flip="none" tx="0" sx="100000" ty="0" sy="100000"/>
        </a:blipFill>
      </p:bgPr>
    </p:bg>
    <p:spTree>
      <p:nvGrpSpPr>
        <p:cNvPr id="131" name="Shape 131"/>
        <p:cNvGrpSpPr/>
        <p:nvPr/>
      </p:nvGrpSpPr>
      <p:grpSpPr>
        <a:xfrm>
          <a:off x="0" y="0"/>
          <a:ext cx="0" cy="0"/>
          <a:chOff x="0" y="0"/>
          <a:chExt cx="0" cy="0"/>
        </a:xfrm>
      </p:grpSpPr>
      <p:sp>
        <p:nvSpPr>
          <p:cNvPr id="132" name="Google Shape;132;p25"/>
          <p:cNvSpPr txBox="1"/>
          <p:nvPr/>
        </p:nvSpPr>
        <p:spPr>
          <a:xfrm>
            <a:off x="592284" y="1897964"/>
            <a:ext cx="7886700" cy="994172"/>
          </a:xfrm>
          <a:prstGeom prst="rect">
            <a:avLst/>
          </a:prstGeom>
          <a:noFill/>
          <a:ln>
            <a:noFill/>
          </a:ln>
        </p:spPr>
        <p:txBody>
          <a:bodyPr anchorCtr="0" anchor="ctr" bIns="34275" lIns="68575" spcFirstLastPara="1" rIns="68575" wrap="square" tIns="34275">
            <a:normAutofit/>
          </a:bodyPr>
          <a:lstStyle/>
          <a:p>
            <a:pPr indent="0" lvl="0" marL="0" marR="0" rtl="0" algn="ctr">
              <a:lnSpc>
                <a:spcPct val="90000"/>
              </a:lnSpc>
              <a:spcBef>
                <a:spcPts val="0"/>
              </a:spcBef>
              <a:spcAft>
                <a:spcPts val="0"/>
              </a:spcAft>
              <a:buClr>
                <a:schemeClr val="dk1"/>
              </a:buClr>
              <a:buSzPts val="3000"/>
              <a:buFont typeface="Verdana"/>
              <a:buNone/>
            </a:pPr>
            <a:r>
              <a:rPr b="0" i="0" lang="en-GB" sz="3000" u="none" cap="none" strike="noStrike">
                <a:solidFill>
                  <a:schemeClr val="dk1"/>
                </a:solidFill>
                <a:latin typeface="Verdana"/>
                <a:ea typeface="Verdana"/>
                <a:cs typeface="Verdana"/>
                <a:sym typeface="Verdana"/>
              </a:rPr>
              <a:t>DB Fusion: Multi-DB Connector using AI</a:t>
            </a:r>
            <a:endParaRPr b="1" i="0" sz="3000" u="none" cap="none" strike="noStrike">
              <a:solidFill>
                <a:srgbClr val="7030A0"/>
              </a:solidFill>
              <a:latin typeface="Verdana"/>
              <a:ea typeface="Verdana"/>
              <a:cs typeface="Verdana"/>
              <a:sym typeface="Verdana"/>
            </a:endParaRPr>
          </a:p>
        </p:txBody>
      </p:sp>
      <p:sp>
        <p:nvSpPr>
          <p:cNvPr id="133" name="Google Shape;133;p25"/>
          <p:cNvSpPr txBox="1"/>
          <p:nvPr/>
        </p:nvSpPr>
        <p:spPr>
          <a:xfrm>
            <a:off x="722176" y="3887925"/>
            <a:ext cx="2809350" cy="62325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FF0000"/>
              </a:buClr>
              <a:buSzPts val="1800"/>
              <a:buFont typeface="Noto Sans Symbols"/>
              <a:buNone/>
            </a:pPr>
            <a:r>
              <a:rPr b="1" i="0" lang="en-GB" sz="1800" u="none" cap="none" strike="noStrike">
                <a:solidFill>
                  <a:srgbClr val="FF0000"/>
                </a:solidFill>
                <a:latin typeface="Times New Roman"/>
                <a:ea typeface="Times New Roman"/>
                <a:cs typeface="Times New Roman"/>
                <a:sym typeface="Times New Roman"/>
              </a:rPr>
              <a:t> Mr.A.Aswin Jeba Mahir</a:t>
            </a:r>
            <a:br>
              <a:rPr b="1" i="0" lang="en-GB" sz="1800" u="none" cap="none" strike="noStrike">
                <a:solidFill>
                  <a:srgbClr val="FF0000"/>
                </a:solidFill>
                <a:latin typeface="Times New Roman"/>
                <a:ea typeface="Times New Roman"/>
                <a:cs typeface="Times New Roman"/>
                <a:sym typeface="Times New Roman"/>
              </a:rPr>
            </a:br>
            <a:r>
              <a:rPr b="1" i="0" lang="en-GB" sz="1800" u="none" cap="none" strike="noStrike">
                <a:solidFill>
                  <a:srgbClr val="FF0000"/>
                </a:solidFill>
                <a:latin typeface="Times New Roman"/>
                <a:ea typeface="Times New Roman"/>
                <a:cs typeface="Times New Roman"/>
                <a:sym typeface="Times New Roman"/>
              </a:rPr>
              <a:t>Assistant Professor</a:t>
            </a:r>
            <a:endParaRPr b="0" i="0" sz="1100" u="none" cap="none" strike="noStrike">
              <a:solidFill>
                <a:srgbClr val="000000"/>
              </a:solidFill>
              <a:latin typeface="Times New Roman"/>
              <a:ea typeface="Times New Roman"/>
              <a:cs typeface="Times New Roman"/>
              <a:sym typeface="Times New Roman"/>
            </a:endParaRPr>
          </a:p>
        </p:txBody>
      </p:sp>
      <p:sp>
        <p:nvSpPr>
          <p:cNvPr id="134" name="Google Shape;134;p25"/>
          <p:cNvSpPr txBox="1"/>
          <p:nvPr/>
        </p:nvSpPr>
        <p:spPr>
          <a:xfrm>
            <a:off x="6018245" y="3887927"/>
            <a:ext cx="3233056" cy="900247"/>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FF0000"/>
              </a:buClr>
              <a:buSzPts val="1800"/>
              <a:buFont typeface="Noto Sans Symbols"/>
              <a:buNone/>
            </a:pPr>
            <a:r>
              <a:rPr b="1" i="0" lang="en-GB" sz="1800" u="none" cap="none" strike="noStrike">
                <a:solidFill>
                  <a:srgbClr val="FF0000"/>
                </a:solidFill>
                <a:latin typeface="Times New Roman"/>
                <a:ea typeface="Times New Roman"/>
                <a:cs typeface="Times New Roman"/>
                <a:sym typeface="Times New Roman"/>
              </a:rPr>
              <a:t>Akshaya M (221801002)</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800"/>
              <a:buFont typeface="Noto Sans Symbols"/>
              <a:buNone/>
            </a:pPr>
            <a:r>
              <a:rPr b="1" i="0" lang="en-GB" sz="1800" u="none" cap="none" strike="noStrike">
                <a:solidFill>
                  <a:srgbClr val="FF0000"/>
                </a:solidFill>
                <a:latin typeface="Times New Roman"/>
                <a:ea typeface="Times New Roman"/>
                <a:cs typeface="Times New Roman"/>
                <a:sym typeface="Times New Roman"/>
              </a:rPr>
              <a:t>Bharath Kumar S(221801006)</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0000"/>
              </a:buClr>
              <a:buSzPts val="1800"/>
              <a:buFont typeface="Noto Sans Symbols"/>
              <a:buNone/>
            </a:pPr>
            <a:r>
              <a:rPr b="1" i="0" lang="en-GB" sz="1800" u="none" cap="none" strike="noStrike">
                <a:solidFill>
                  <a:srgbClr val="FF0000"/>
                </a:solidFill>
                <a:latin typeface="Times New Roman"/>
                <a:ea typeface="Times New Roman"/>
                <a:cs typeface="Times New Roman"/>
                <a:sym typeface="Times New Roman"/>
              </a:rPr>
              <a:t>Deepak S(221801008)</a:t>
            </a:r>
            <a:endParaRPr b="0" i="0" sz="1100" u="none" cap="none" strike="noStrike">
              <a:solidFill>
                <a:srgbClr val="000000"/>
              </a:solidFill>
              <a:latin typeface="Arial"/>
              <a:ea typeface="Arial"/>
              <a:cs typeface="Arial"/>
              <a:sym typeface="Arial"/>
            </a:endParaRPr>
          </a:p>
        </p:txBody>
      </p:sp>
      <p:sp>
        <p:nvSpPr>
          <p:cNvPr id="135" name="Google Shape;135;p25"/>
          <p:cNvSpPr txBox="1"/>
          <p:nvPr/>
        </p:nvSpPr>
        <p:spPr>
          <a:xfrm>
            <a:off x="531668" y="909853"/>
            <a:ext cx="7886700" cy="541843"/>
          </a:xfrm>
          <a:prstGeom prst="rect">
            <a:avLst/>
          </a:prstGeom>
          <a:noFill/>
          <a:ln>
            <a:noFill/>
          </a:ln>
        </p:spPr>
        <p:txBody>
          <a:bodyPr anchorCtr="0" anchor="ctr" bIns="34275" lIns="68575" spcFirstLastPara="1" rIns="68575" wrap="square" tIns="34275">
            <a:normAutofit fontScale="92500"/>
          </a:bodyPr>
          <a:lstStyle/>
          <a:p>
            <a:pPr indent="0" lvl="0" marL="0" marR="0" rtl="0" algn="ctr">
              <a:lnSpc>
                <a:spcPct val="90000"/>
              </a:lnSpc>
              <a:spcBef>
                <a:spcPts val="0"/>
              </a:spcBef>
              <a:spcAft>
                <a:spcPts val="0"/>
              </a:spcAft>
              <a:buClr>
                <a:srgbClr val="002060"/>
              </a:buClr>
              <a:buSzPct val="100000"/>
              <a:buFont typeface="Verdana"/>
              <a:buNone/>
            </a:pPr>
            <a:r>
              <a:rPr b="1" i="0" lang="en-GB" sz="2100" u="none" cap="none" strike="noStrike">
                <a:solidFill>
                  <a:srgbClr val="002060"/>
                </a:solidFill>
                <a:latin typeface="Verdana"/>
                <a:ea typeface="Verdana"/>
                <a:cs typeface="Verdana"/>
                <a:sym typeface="Verdana"/>
              </a:rPr>
              <a:t>Department of Artificial Intelligence and Data Science </a:t>
            </a:r>
            <a:endParaRPr b="0" i="0" sz="1100" u="none" cap="none" strike="noStrike">
              <a:solidFill>
                <a:srgbClr val="000000"/>
              </a:solidFill>
              <a:latin typeface="Arial"/>
              <a:ea typeface="Arial"/>
              <a:cs typeface="Arial"/>
              <a:sym typeface="Arial"/>
            </a:endParaRPr>
          </a:p>
        </p:txBody>
      </p:sp>
      <p:pic>
        <p:nvPicPr>
          <p:cNvPr id="136" name="Google Shape;136;p25"/>
          <p:cNvPicPr preferRelativeResize="0"/>
          <p:nvPr/>
        </p:nvPicPr>
        <p:blipFill rotWithShape="1">
          <a:blip r:embed="rId4">
            <a:alphaModFix/>
          </a:blip>
          <a:srcRect b="0" l="0" r="0" t="0"/>
          <a:stretch/>
        </p:blipFill>
        <p:spPr>
          <a:xfrm>
            <a:off x="113824" y="111919"/>
            <a:ext cx="2076926" cy="790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tile algn="tl" flip="none" tx="0" sx="100000" ty="0" sy="100000"/>
        </a:blipFill>
      </p:bgPr>
    </p:bg>
    <p:spTree>
      <p:nvGrpSpPr>
        <p:cNvPr id="140" name="Shape 140"/>
        <p:cNvGrpSpPr/>
        <p:nvPr/>
      </p:nvGrpSpPr>
      <p:grpSpPr>
        <a:xfrm>
          <a:off x="0" y="0"/>
          <a:ext cx="0" cy="0"/>
          <a:chOff x="0" y="0"/>
          <a:chExt cx="0" cy="0"/>
        </a:xfrm>
      </p:grpSpPr>
      <p:sp>
        <p:nvSpPr>
          <p:cNvPr id="141" name="Google Shape;141;p26"/>
          <p:cNvSpPr txBox="1"/>
          <p:nvPr>
            <p:ph type="title"/>
          </p:nvPr>
        </p:nvSpPr>
        <p:spPr>
          <a:xfrm>
            <a:off x="574675" y="228601"/>
            <a:ext cx="8001000" cy="912019"/>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100"/>
              <a:buNone/>
            </a:pPr>
            <a:r>
              <a:rPr b="1" lang="en-GB" sz="2400">
                <a:solidFill>
                  <a:srgbClr val="FF0000"/>
                </a:solidFill>
              </a:rPr>
              <a:t>Problem Statement and Motivation</a:t>
            </a:r>
            <a:endParaRPr sz="2100"/>
          </a:p>
        </p:txBody>
      </p:sp>
      <p:sp>
        <p:nvSpPr>
          <p:cNvPr id="142" name="Google Shape;142;p26"/>
          <p:cNvSpPr txBox="1"/>
          <p:nvPr>
            <p:ph idx="1" type="body"/>
          </p:nvPr>
        </p:nvSpPr>
        <p:spPr>
          <a:xfrm>
            <a:off x="566738" y="1314450"/>
            <a:ext cx="8001000" cy="3200400"/>
          </a:xfrm>
          <a:prstGeom prst="rect">
            <a:avLst/>
          </a:prstGeom>
          <a:noFill/>
          <a:ln>
            <a:noFill/>
          </a:ln>
        </p:spPr>
        <p:txBody>
          <a:bodyPr anchorCtr="0" anchor="t" bIns="34275" lIns="68575" spcFirstLastPara="1" rIns="68575" wrap="square" tIns="34275">
            <a:noAutofit/>
          </a:bodyPr>
          <a:lstStyle/>
          <a:p>
            <a:pPr indent="0" lvl="0" marL="0" rtl="0" algn="just">
              <a:lnSpc>
                <a:spcPct val="115000"/>
              </a:lnSpc>
              <a:spcBef>
                <a:spcPts val="900"/>
              </a:spcBef>
              <a:spcAft>
                <a:spcPts val="0"/>
              </a:spcAft>
              <a:buClr>
                <a:schemeClr val="dk1"/>
              </a:buClr>
              <a:buSzPts val="800"/>
              <a:buFont typeface="Arial"/>
              <a:buNone/>
            </a:pPr>
            <a:r>
              <a:rPr lang="en-GB" sz="1800">
                <a:latin typeface="Times New Roman"/>
                <a:ea typeface="Times New Roman"/>
                <a:cs typeface="Times New Roman"/>
                <a:sym typeface="Times New Roman"/>
              </a:rPr>
              <a:t>Developers, analysts, naive and even sophisticated DBMS users face challenges with diverse databases like MySQL and NoSQL due to inconsistent connections and cross-language integration issues. Naive users struggle with writing queries or understanding the data without technical support. Querying remains difficult for non-technical users, with limited intuitive tools for exploration. Traditional BI tools are rigid, non-conversational, and isolated from developer workflows. As real-time insights become critical, current solutions lack the flexibility and accessibility needed by both novice and advanced users.</a:t>
            </a:r>
            <a:endParaRPr sz="1800">
              <a:latin typeface="Times New Roman"/>
              <a:ea typeface="Times New Roman"/>
              <a:cs typeface="Times New Roman"/>
              <a:sym typeface="Times New Roman"/>
            </a:endParaRPr>
          </a:p>
          <a:p>
            <a:pPr indent="0" lvl="0" marL="0" rtl="0" algn="just">
              <a:lnSpc>
                <a:spcPct val="100000"/>
              </a:lnSpc>
              <a:spcBef>
                <a:spcPts val="900"/>
              </a:spcBef>
              <a:spcAft>
                <a:spcPts val="0"/>
              </a:spcAft>
              <a:buSzPts val="1800"/>
              <a:buNone/>
            </a:pPr>
            <a:r>
              <a:t/>
            </a:r>
            <a:endParaRPr sz="1800">
              <a:latin typeface="Times New Roman"/>
              <a:ea typeface="Times New Roman"/>
              <a:cs typeface="Times New Roman"/>
              <a:sym typeface="Times New Roman"/>
            </a:endParaRPr>
          </a:p>
        </p:txBody>
      </p:sp>
      <p:sp>
        <p:nvSpPr>
          <p:cNvPr id="143" name="Google Shape;143;p26"/>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rPr lang="en-GB"/>
              <a:t>Zeroth Review</a:t>
            </a:r>
            <a:endParaRPr/>
          </a:p>
        </p:txBody>
      </p:sp>
      <p:sp>
        <p:nvSpPr>
          <p:cNvPr id="144" name="Google Shape;144;p26"/>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SzPts val="1100"/>
              <a:buNone/>
            </a:pPr>
            <a:r>
              <a:rPr lang="en-GB"/>
              <a:t>Department of </a:t>
            </a:r>
            <a:r>
              <a:rPr lang="en-GB">
                <a:solidFill>
                  <a:srgbClr val="002060"/>
                </a:solidFill>
                <a:latin typeface="Verdana"/>
                <a:ea typeface="Verdana"/>
                <a:cs typeface="Verdana"/>
                <a:sym typeface="Verdana"/>
              </a:rPr>
              <a:t>Artificial Intelligence and Data Science</a:t>
            </a:r>
            <a:endParaRPr/>
          </a:p>
          <a:p>
            <a:pPr indent="0" lvl="0" marL="0" rtl="0" algn="ctr">
              <a:lnSpc>
                <a:spcPct val="100000"/>
              </a:lnSpc>
              <a:spcBef>
                <a:spcPts val="0"/>
              </a:spcBef>
              <a:spcAft>
                <a:spcPts val="0"/>
              </a:spcAft>
              <a:buSzPts val="1100"/>
              <a:buNone/>
            </a:pPr>
            <a:r>
              <a:t/>
            </a:r>
            <a:endParaRPr/>
          </a:p>
        </p:txBody>
      </p:sp>
      <p:sp>
        <p:nvSpPr>
          <p:cNvPr id="145" name="Google Shape;145;p26"/>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tile algn="tl" flip="none" tx="0" sx="100000" ty="0" sy="100000"/>
        </a:blipFill>
      </p:bgPr>
    </p:bg>
    <p:spTree>
      <p:nvGrpSpPr>
        <p:cNvPr id="149" name="Shape 149"/>
        <p:cNvGrpSpPr/>
        <p:nvPr/>
      </p:nvGrpSpPr>
      <p:grpSpPr>
        <a:xfrm>
          <a:off x="0" y="0"/>
          <a:ext cx="0" cy="0"/>
          <a:chOff x="0" y="0"/>
          <a:chExt cx="0" cy="0"/>
        </a:xfrm>
      </p:grpSpPr>
      <p:sp>
        <p:nvSpPr>
          <p:cNvPr id="150" name="Google Shape;150;p27"/>
          <p:cNvSpPr txBox="1"/>
          <p:nvPr>
            <p:ph type="title"/>
          </p:nvPr>
        </p:nvSpPr>
        <p:spPr>
          <a:xfrm>
            <a:off x="574675" y="228601"/>
            <a:ext cx="8001000" cy="912019"/>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100"/>
              <a:buNone/>
            </a:pPr>
            <a:r>
              <a:rPr b="1" lang="en-GB" sz="2400">
                <a:solidFill>
                  <a:srgbClr val="FF0000"/>
                </a:solidFill>
              </a:rPr>
              <a:t>Existing System</a:t>
            </a:r>
            <a:endParaRPr sz="2100"/>
          </a:p>
        </p:txBody>
      </p:sp>
      <p:sp>
        <p:nvSpPr>
          <p:cNvPr id="151" name="Google Shape;151;p27"/>
          <p:cNvSpPr txBox="1"/>
          <p:nvPr>
            <p:ph idx="1" type="body"/>
          </p:nvPr>
        </p:nvSpPr>
        <p:spPr>
          <a:xfrm>
            <a:off x="566738" y="1314450"/>
            <a:ext cx="8001000" cy="32004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CC0000"/>
              </a:buClr>
              <a:buSzPts val="2100"/>
              <a:buNone/>
            </a:pPr>
            <a:br>
              <a:rPr b="0" i="0" lang="en-GB" sz="2100" u="none" cap="none" strike="noStrike">
                <a:solidFill>
                  <a:srgbClr val="000000"/>
                </a:solidFill>
                <a:latin typeface="Verdana"/>
                <a:ea typeface="Verdana"/>
                <a:cs typeface="Verdana"/>
                <a:sym typeface="Verdana"/>
              </a:rPr>
            </a:br>
            <a:endParaRPr b="0" i="0" sz="2100" u="none" cap="none" strike="noStrike">
              <a:solidFill>
                <a:srgbClr val="000000"/>
              </a:solidFill>
              <a:latin typeface="Verdana"/>
              <a:ea typeface="Verdana"/>
              <a:cs typeface="Verdana"/>
              <a:sym typeface="Verdana"/>
            </a:endParaRPr>
          </a:p>
          <a:p>
            <a:pPr indent="0" lvl="0" marL="0" rtl="0" algn="l">
              <a:lnSpc>
                <a:spcPct val="100000"/>
              </a:lnSpc>
              <a:spcBef>
                <a:spcPts val="500"/>
              </a:spcBef>
              <a:spcAft>
                <a:spcPts val="0"/>
              </a:spcAft>
              <a:buSzPts val="2300"/>
              <a:buNone/>
            </a:pPr>
            <a:r>
              <a:t/>
            </a:r>
            <a:endParaRPr/>
          </a:p>
        </p:txBody>
      </p:sp>
      <p:sp>
        <p:nvSpPr>
          <p:cNvPr id="152" name="Google Shape;152;p27"/>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rPr lang="en-GB"/>
              <a:t>Zeroth Review</a:t>
            </a:r>
            <a:endParaRPr/>
          </a:p>
        </p:txBody>
      </p:sp>
      <p:sp>
        <p:nvSpPr>
          <p:cNvPr id="153" name="Google Shape;153;p27"/>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SzPts val="1100"/>
              <a:buNone/>
            </a:pPr>
            <a:r>
              <a:rPr lang="en-GB"/>
              <a:t>Department of </a:t>
            </a:r>
            <a:r>
              <a:rPr lang="en-GB">
                <a:solidFill>
                  <a:srgbClr val="002060"/>
                </a:solidFill>
                <a:latin typeface="Verdana"/>
                <a:ea typeface="Verdana"/>
                <a:cs typeface="Verdana"/>
                <a:sym typeface="Verdana"/>
              </a:rPr>
              <a:t>Artificial Intelligence and Data Science</a:t>
            </a:r>
            <a:endParaRPr/>
          </a:p>
          <a:p>
            <a:pPr indent="0" lvl="0" marL="0" rtl="0" algn="ctr">
              <a:lnSpc>
                <a:spcPct val="100000"/>
              </a:lnSpc>
              <a:spcBef>
                <a:spcPts val="0"/>
              </a:spcBef>
              <a:spcAft>
                <a:spcPts val="0"/>
              </a:spcAft>
              <a:buSzPts val="1100"/>
              <a:buNone/>
            </a:pPr>
            <a:r>
              <a:t/>
            </a:r>
            <a:endParaRPr/>
          </a:p>
        </p:txBody>
      </p:sp>
      <p:sp>
        <p:nvSpPr>
          <p:cNvPr id="154" name="Google Shape;154;p27"/>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GB"/>
              <a:t>‹#›</a:t>
            </a:fld>
            <a:endParaRPr/>
          </a:p>
        </p:txBody>
      </p:sp>
      <p:graphicFrame>
        <p:nvGraphicFramePr>
          <p:cNvPr id="155" name="Google Shape;155;p27"/>
          <p:cNvGraphicFramePr/>
          <p:nvPr/>
        </p:nvGraphicFramePr>
        <p:xfrm>
          <a:off x="898950" y="1458260"/>
          <a:ext cx="3000000" cy="3000000"/>
        </p:xfrm>
        <a:graphic>
          <a:graphicData uri="http://schemas.openxmlformats.org/drawingml/2006/table">
            <a:tbl>
              <a:tblPr>
                <a:noFill/>
                <a:tableStyleId>{39886D64-912E-4B82-9817-F32F24B97FA4}</a:tableStyleId>
              </a:tblPr>
              <a:tblGrid>
                <a:gridCol w="666650"/>
                <a:gridCol w="1066675"/>
                <a:gridCol w="867350"/>
                <a:gridCol w="1230225"/>
                <a:gridCol w="2037125"/>
                <a:gridCol w="1800700"/>
              </a:tblGrid>
              <a:tr h="238400">
                <a:tc>
                  <a:txBody>
                    <a:bodyPr/>
                    <a:lstStyle/>
                    <a:p>
                      <a:pPr indent="0" lvl="0" marL="0" marR="0" rtl="0" algn="l">
                        <a:lnSpc>
                          <a:spcPct val="107000"/>
                        </a:lnSpc>
                        <a:spcBef>
                          <a:spcPts val="0"/>
                        </a:spcBef>
                        <a:spcAft>
                          <a:spcPts val="0"/>
                        </a:spcAft>
                        <a:buClr>
                          <a:srgbClr val="FFFFFF"/>
                        </a:buClr>
                        <a:buSzPts val="800"/>
                        <a:buFont typeface="Times New Roman"/>
                        <a:buNone/>
                      </a:pPr>
                      <a:r>
                        <a:rPr b="1" i="0" lang="en-GB" sz="1100" u="none" cap="none" strike="noStrike">
                          <a:solidFill>
                            <a:srgbClr val="FFFFFF"/>
                          </a:solidFill>
                          <a:latin typeface="Times New Roman"/>
                          <a:ea typeface="Times New Roman"/>
                          <a:cs typeface="Times New Roman"/>
                          <a:sym typeface="Times New Roman"/>
                        </a:rPr>
                        <a:t>Sr. No</a:t>
                      </a:r>
                      <a:endParaRPr sz="1100" u="none" cap="none" strike="noStrike">
                        <a:latin typeface="Times New Roman"/>
                        <a:ea typeface="Times New Roman"/>
                        <a:cs typeface="Times New Roman"/>
                        <a:sym typeface="Times New Roman"/>
                      </a:endParaRPr>
                    </a:p>
                  </a:txBody>
                  <a:tcPr marT="0" marB="0" marR="7050" marL="70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4747"/>
                    </a:solidFill>
                  </a:tcPr>
                </a:tc>
                <a:tc>
                  <a:txBody>
                    <a:bodyPr/>
                    <a:lstStyle/>
                    <a:p>
                      <a:pPr indent="0" lvl="0" marL="0" marR="0" rtl="0" algn="l">
                        <a:lnSpc>
                          <a:spcPct val="107000"/>
                        </a:lnSpc>
                        <a:spcBef>
                          <a:spcPts val="0"/>
                        </a:spcBef>
                        <a:spcAft>
                          <a:spcPts val="0"/>
                        </a:spcAft>
                        <a:buClr>
                          <a:srgbClr val="FFFFFF"/>
                        </a:buClr>
                        <a:buSzPts val="800"/>
                        <a:buFont typeface="Times New Roman"/>
                        <a:buNone/>
                      </a:pPr>
                      <a:r>
                        <a:rPr b="1" i="0" lang="en-GB" sz="1100" u="none" cap="none" strike="noStrike">
                          <a:solidFill>
                            <a:srgbClr val="FFFFFF"/>
                          </a:solidFill>
                          <a:latin typeface="Times New Roman"/>
                          <a:ea typeface="Times New Roman"/>
                          <a:cs typeface="Times New Roman"/>
                          <a:sym typeface="Times New Roman"/>
                        </a:rPr>
                        <a:t>Author(s) </a:t>
                      </a:r>
                      <a:endParaRPr sz="1100" u="none" cap="none" strike="noStrike">
                        <a:latin typeface="Times New Roman"/>
                        <a:ea typeface="Times New Roman"/>
                        <a:cs typeface="Times New Roman"/>
                        <a:sym typeface="Times New Roman"/>
                      </a:endParaRPr>
                    </a:p>
                  </a:txBody>
                  <a:tcPr marT="0" marB="0" marR="7050" marL="70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4747"/>
                    </a:solidFill>
                  </a:tcPr>
                </a:tc>
                <a:tc>
                  <a:txBody>
                    <a:bodyPr/>
                    <a:lstStyle/>
                    <a:p>
                      <a:pPr indent="0" lvl="0" marL="0" marR="0" rtl="0" algn="l">
                        <a:lnSpc>
                          <a:spcPct val="107000"/>
                        </a:lnSpc>
                        <a:spcBef>
                          <a:spcPts val="0"/>
                        </a:spcBef>
                        <a:spcAft>
                          <a:spcPts val="0"/>
                        </a:spcAft>
                        <a:buClr>
                          <a:srgbClr val="FFFFFF"/>
                        </a:buClr>
                        <a:buSzPts val="800"/>
                        <a:buFont typeface="Times New Roman"/>
                        <a:buNone/>
                      </a:pPr>
                      <a:r>
                        <a:rPr b="1" i="0" lang="en-GB" sz="1100" u="none" cap="none" strike="noStrike">
                          <a:solidFill>
                            <a:srgbClr val="FFFFFF"/>
                          </a:solidFill>
                          <a:latin typeface="Times New Roman"/>
                          <a:ea typeface="Times New Roman"/>
                          <a:cs typeface="Times New Roman"/>
                          <a:sym typeface="Times New Roman"/>
                        </a:rPr>
                        <a:t>Year</a:t>
                      </a:r>
                      <a:endParaRPr sz="1100" u="none" cap="none" strike="noStrike">
                        <a:latin typeface="Times New Roman"/>
                        <a:ea typeface="Times New Roman"/>
                        <a:cs typeface="Times New Roman"/>
                        <a:sym typeface="Times New Roman"/>
                      </a:endParaRPr>
                    </a:p>
                  </a:txBody>
                  <a:tcPr marT="0" marB="0" marR="7050" marL="70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4747"/>
                    </a:solidFill>
                  </a:tcPr>
                </a:tc>
                <a:tc>
                  <a:txBody>
                    <a:bodyPr/>
                    <a:lstStyle/>
                    <a:p>
                      <a:pPr indent="0" lvl="0" marL="0" marR="0" rtl="0" algn="l">
                        <a:lnSpc>
                          <a:spcPct val="107000"/>
                        </a:lnSpc>
                        <a:spcBef>
                          <a:spcPts val="0"/>
                        </a:spcBef>
                        <a:spcAft>
                          <a:spcPts val="0"/>
                        </a:spcAft>
                        <a:buClr>
                          <a:srgbClr val="FFFFFF"/>
                        </a:buClr>
                        <a:buSzPts val="800"/>
                        <a:buFont typeface="Times New Roman"/>
                        <a:buNone/>
                      </a:pPr>
                      <a:r>
                        <a:rPr b="1" i="0" lang="en-GB" sz="1100" u="none" cap="none" strike="noStrike">
                          <a:solidFill>
                            <a:srgbClr val="FFFFFF"/>
                          </a:solidFill>
                          <a:latin typeface="Times New Roman"/>
                          <a:ea typeface="Times New Roman"/>
                          <a:cs typeface="Times New Roman"/>
                          <a:sym typeface="Times New Roman"/>
                        </a:rPr>
                        <a:t>Technique </a:t>
                      </a:r>
                      <a:endParaRPr sz="1100" u="none" cap="none" strike="noStrike">
                        <a:latin typeface="Times New Roman"/>
                        <a:ea typeface="Times New Roman"/>
                        <a:cs typeface="Times New Roman"/>
                        <a:sym typeface="Times New Roman"/>
                      </a:endParaRPr>
                    </a:p>
                  </a:txBody>
                  <a:tcPr marT="0" marB="0" marR="7050" marL="70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4747"/>
                    </a:solidFill>
                  </a:tcPr>
                </a:tc>
                <a:tc>
                  <a:txBody>
                    <a:bodyPr/>
                    <a:lstStyle/>
                    <a:p>
                      <a:pPr indent="0" lvl="0" marL="0" marR="0" rtl="0" algn="l">
                        <a:lnSpc>
                          <a:spcPct val="107000"/>
                        </a:lnSpc>
                        <a:spcBef>
                          <a:spcPts val="0"/>
                        </a:spcBef>
                        <a:spcAft>
                          <a:spcPts val="0"/>
                        </a:spcAft>
                        <a:buClr>
                          <a:srgbClr val="FFFFFF"/>
                        </a:buClr>
                        <a:buSzPts val="800"/>
                        <a:buFont typeface="Times New Roman"/>
                        <a:buNone/>
                      </a:pPr>
                      <a:r>
                        <a:rPr b="1" i="0" lang="en-GB" sz="1100" u="none" cap="none" strike="noStrike">
                          <a:solidFill>
                            <a:srgbClr val="FFFFFF"/>
                          </a:solidFill>
                          <a:latin typeface="Times New Roman"/>
                          <a:ea typeface="Times New Roman"/>
                          <a:cs typeface="Times New Roman"/>
                          <a:sym typeface="Times New Roman"/>
                        </a:rPr>
                        <a:t>Description </a:t>
                      </a:r>
                      <a:endParaRPr sz="1100" u="none" cap="none" strike="noStrike">
                        <a:latin typeface="Times New Roman"/>
                        <a:ea typeface="Times New Roman"/>
                        <a:cs typeface="Times New Roman"/>
                        <a:sym typeface="Times New Roman"/>
                      </a:endParaRPr>
                    </a:p>
                  </a:txBody>
                  <a:tcPr marT="0" marB="0" marR="7050" marL="70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4747"/>
                    </a:solidFill>
                  </a:tcPr>
                </a:tc>
                <a:tc>
                  <a:txBody>
                    <a:bodyPr/>
                    <a:lstStyle/>
                    <a:p>
                      <a:pPr indent="0" lvl="0" marL="0" marR="0" rtl="0" algn="l">
                        <a:lnSpc>
                          <a:spcPct val="107000"/>
                        </a:lnSpc>
                        <a:spcBef>
                          <a:spcPts val="0"/>
                        </a:spcBef>
                        <a:spcAft>
                          <a:spcPts val="0"/>
                        </a:spcAft>
                        <a:buClr>
                          <a:srgbClr val="FFFFFF"/>
                        </a:buClr>
                        <a:buSzPts val="800"/>
                        <a:buFont typeface="Times New Roman"/>
                        <a:buNone/>
                      </a:pPr>
                      <a:r>
                        <a:rPr b="1" i="0" lang="en-GB" sz="1100" u="none" cap="none" strike="noStrike">
                          <a:solidFill>
                            <a:srgbClr val="FFFFFF"/>
                          </a:solidFill>
                          <a:latin typeface="Times New Roman"/>
                          <a:ea typeface="Times New Roman"/>
                          <a:cs typeface="Times New Roman"/>
                          <a:sym typeface="Times New Roman"/>
                        </a:rPr>
                        <a:t>Outcome</a:t>
                      </a:r>
                      <a:endParaRPr sz="1100" u="none" cap="none" strike="noStrike">
                        <a:latin typeface="Times New Roman"/>
                        <a:ea typeface="Times New Roman"/>
                        <a:cs typeface="Times New Roman"/>
                        <a:sym typeface="Times New Roman"/>
                      </a:endParaRPr>
                    </a:p>
                  </a:txBody>
                  <a:tcPr marT="0" marB="0" marR="7050" marL="70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4747"/>
                    </a:solidFill>
                  </a:tcPr>
                </a:tc>
              </a:tr>
              <a:tr h="573275">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1</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Xinyu Liu et al.</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2024</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LLM‑based Text‑to‑SQL Survey</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Comprehensive review of NL2SQL models and benchmarks in the era of large language models</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Summarizes gains from LLM-based approaches and outlines open challenges </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r>
              <a:tr h="600075">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2</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4747"/>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Hasan Alp Caferoğlu &amp; Özgür Ulusoy</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4747"/>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2024</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4747"/>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E‑SQL: Schema Linking via Query Enrichment</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4747"/>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Introduces enriched questions that directly include schema elements to improve SQL generation</a:t>
                      </a:r>
                      <a:endParaRPr sz="1100" u="none" cap="none" strike="noStrike">
                        <a:latin typeface="Times New Roman"/>
                        <a:ea typeface="Times New Roman"/>
                        <a:cs typeface="Times New Roman"/>
                        <a:sym typeface="Times New Roman"/>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4747"/>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GB" sz="1100" u="none" cap="none" strike="noStrike">
                          <a:latin typeface="Times New Roman"/>
                          <a:ea typeface="Times New Roman"/>
                          <a:cs typeface="Times New Roman"/>
                          <a:sym typeface="Times New Roman"/>
                        </a:rPr>
                        <a:t>Achieved ~66% execution accuracy on complex queries without fine-tuning proprietary LLMs </a:t>
                      </a:r>
                      <a:endParaRPr sz="1100" u="none" cap="none" strike="noStrike">
                        <a:latin typeface="Times New Roman"/>
                        <a:ea typeface="Times New Roman"/>
                        <a:cs typeface="Times New Roman"/>
                        <a:sym typeface="Times New Roman"/>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F4747"/>
                    </a:solidFill>
                  </a:tcPr>
                </a:tc>
              </a:tr>
              <a:tr h="557200">
                <a:tc>
                  <a:txBody>
                    <a:bodyPr/>
                    <a:lstStyle/>
                    <a:p>
                      <a:pPr indent="0" lvl="0" marL="0" marR="0" rtl="0" algn="l">
                        <a:lnSpc>
                          <a:spcPct val="107000"/>
                        </a:lnSpc>
                        <a:spcBef>
                          <a:spcPts val="0"/>
                        </a:spcBef>
                        <a:spcAft>
                          <a:spcPts val="0"/>
                        </a:spcAft>
                        <a:buClr>
                          <a:srgbClr val="FFFFFF"/>
                        </a:buClr>
                        <a:buSzPts val="1100"/>
                        <a:buFont typeface="Times New Roman"/>
                        <a:buNone/>
                      </a:pPr>
                      <a:r>
                        <a:rPr lang="en-GB" sz="1100" u="none" cap="none" strike="noStrike">
                          <a:solidFill>
                            <a:schemeClr val="dk2"/>
                          </a:solidFill>
                          <a:latin typeface="Times New Roman"/>
                          <a:ea typeface="Times New Roman"/>
                          <a:cs typeface="Times New Roman"/>
                          <a:sym typeface="Times New Roman"/>
                        </a:rPr>
                        <a:t> 3</a:t>
                      </a:r>
                      <a:endParaRPr sz="1100" u="none" cap="none" strike="noStrike">
                        <a:solidFill>
                          <a:schemeClr val="dk2"/>
                        </a:solidFill>
                        <a:latin typeface="Times New Roman"/>
                        <a:ea typeface="Times New Roman"/>
                        <a:cs typeface="Times New Roman"/>
                        <a:sym typeface="Times New Roman"/>
                      </a:endParaRPr>
                    </a:p>
                  </a:txBody>
                  <a:tcPr marT="0" marB="0" marR="7050" marL="70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rPr>
                        <a:t>E‑SQL</a:t>
                      </a:r>
                      <a:r>
                        <a:rPr lang="en-GB" sz="800" u="none" cap="none" strike="noStrike">
                          <a:solidFill>
                            <a:schemeClr val="dk1"/>
                          </a:solidFill>
                        </a:rPr>
                        <a:t> (Caferoğlu, Ulusoy)</a:t>
                      </a:r>
                      <a:endParaRPr sz="1100" u="none" cap="none" strike="noStrike"/>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c>
                  <a:txBody>
                    <a:bodyPr/>
                    <a:lstStyle/>
                    <a:p>
                      <a:pPr indent="0" lvl="0" marL="0" marR="0" rtl="0" algn="l">
                        <a:lnSpc>
                          <a:spcPct val="107000"/>
                        </a:lnSpc>
                        <a:spcBef>
                          <a:spcPts val="0"/>
                        </a:spcBef>
                        <a:spcAft>
                          <a:spcPts val="0"/>
                        </a:spcAft>
                        <a:buClr>
                          <a:srgbClr val="002060"/>
                        </a:buClr>
                        <a:buSzPts val="800"/>
                        <a:buFont typeface="Times New Roman"/>
                        <a:buNone/>
                      </a:pPr>
                      <a:r>
                        <a:rPr b="0" i="0" lang="en-GB" sz="1100" u="none" cap="none" strike="noStrike">
                          <a:solidFill>
                            <a:srgbClr val="002060"/>
                          </a:solidFill>
                          <a:latin typeface="Times New Roman"/>
                          <a:ea typeface="Times New Roman"/>
                          <a:cs typeface="Times New Roman"/>
                          <a:sym typeface="Times New Roman"/>
                        </a:rPr>
                        <a:t>202</a:t>
                      </a:r>
                      <a:r>
                        <a:rPr lang="en-GB" sz="1100" u="none" cap="none" strike="noStrike">
                          <a:solidFill>
                            <a:srgbClr val="002060"/>
                          </a:solidFill>
                          <a:latin typeface="Times New Roman"/>
                          <a:ea typeface="Times New Roman"/>
                          <a:cs typeface="Times New Roman"/>
                          <a:sym typeface="Times New Roman"/>
                        </a:rPr>
                        <a:t>4</a:t>
                      </a:r>
                      <a:endParaRPr sz="1100" u="none" cap="none" strike="noStrike">
                        <a:latin typeface="Times New Roman"/>
                        <a:ea typeface="Times New Roman"/>
                        <a:cs typeface="Times New Roman"/>
                        <a:sym typeface="Times New Roman"/>
                      </a:endParaRPr>
                    </a:p>
                  </a:txBody>
                  <a:tcPr marT="0" marB="0" marR="7050" marL="70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c>
                  <a:txBody>
                    <a:bodyPr/>
                    <a:lstStyle/>
                    <a:p>
                      <a:pPr indent="0" lvl="0" marL="0" marR="0" rtl="0" algn="l">
                        <a:lnSpc>
                          <a:spcPct val="107000"/>
                        </a:lnSpc>
                        <a:spcBef>
                          <a:spcPts val="0"/>
                        </a:spcBef>
                        <a:spcAft>
                          <a:spcPts val="0"/>
                        </a:spcAft>
                        <a:buClr>
                          <a:srgbClr val="000000"/>
                        </a:buClr>
                        <a:buSzPts val="800"/>
                        <a:buFont typeface="Times New Roman"/>
                        <a:buNone/>
                      </a:pPr>
                      <a:r>
                        <a:rPr lang="en-GB" sz="1100" u="none" cap="none" strike="noStrike">
                          <a:latin typeface="Times New Roman"/>
                          <a:ea typeface="Times New Roman"/>
                          <a:cs typeface="Times New Roman"/>
                          <a:sym typeface="Times New Roman"/>
                        </a:rPr>
                        <a:t>Schema linking via question enrichment</a:t>
                      </a:r>
                      <a:endParaRPr sz="1100" u="none" cap="none" strike="noStrike">
                        <a:latin typeface="Times New Roman"/>
                        <a:ea typeface="Times New Roman"/>
                        <a:cs typeface="Times New Roman"/>
                        <a:sym typeface="Times New Roman"/>
                      </a:endParaRPr>
                    </a:p>
                  </a:txBody>
                  <a:tcPr marT="0" marB="0" marR="7050" marL="70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c>
                  <a:txBody>
                    <a:bodyPr/>
                    <a:lstStyle/>
                    <a:p>
                      <a:pPr indent="0" lvl="0" marL="0" marR="0" rtl="0" algn="l">
                        <a:lnSpc>
                          <a:spcPct val="107000"/>
                        </a:lnSpc>
                        <a:spcBef>
                          <a:spcPts val="0"/>
                        </a:spcBef>
                        <a:spcAft>
                          <a:spcPts val="0"/>
                        </a:spcAft>
                        <a:buClr>
                          <a:srgbClr val="000000"/>
                        </a:buClr>
                        <a:buSzPts val="800"/>
                        <a:buFont typeface="Times New Roman"/>
                        <a:buNone/>
                      </a:pPr>
                      <a:r>
                        <a:rPr lang="en-GB" sz="1100" u="none" cap="none" strike="noStrike">
                          <a:latin typeface="Times New Roman"/>
                          <a:ea typeface="Times New Roman"/>
                          <a:cs typeface="Times New Roman"/>
                          <a:sym typeface="Times New Roman"/>
                        </a:rPr>
                        <a:t>Injects schema elements &amp; candidate predicates directly into NL queries</a:t>
                      </a:r>
                      <a:endParaRPr sz="1100" u="none" cap="none" strike="noStrike">
                        <a:latin typeface="Times New Roman"/>
                        <a:ea typeface="Times New Roman"/>
                        <a:cs typeface="Times New Roman"/>
                        <a:sym typeface="Times New Roman"/>
                      </a:endParaRPr>
                    </a:p>
                  </a:txBody>
                  <a:tcPr marT="0" marB="0" marR="7050" marL="70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c>
                  <a:txBody>
                    <a:bodyPr/>
                    <a:lstStyle/>
                    <a:p>
                      <a:pPr indent="0" lvl="0" marL="0" marR="0" rtl="0" algn="l">
                        <a:lnSpc>
                          <a:spcPct val="107000"/>
                        </a:lnSpc>
                        <a:spcBef>
                          <a:spcPts val="0"/>
                        </a:spcBef>
                        <a:spcAft>
                          <a:spcPts val="0"/>
                        </a:spcAft>
                        <a:buClr>
                          <a:srgbClr val="000000"/>
                        </a:buClr>
                        <a:buSzPts val="800"/>
                        <a:buFont typeface="Times New Roman"/>
                        <a:buNone/>
                      </a:pPr>
                      <a:r>
                        <a:rPr lang="en-GB" sz="1100" u="none" cap="none" strike="noStrike">
                          <a:latin typeface="Times New Roman"/>
                          <a:ea typeface="Times New Roman"/>
                          <a:cs typeface="Times New Roman"/>
                          <a:sym typeface="Times New Roman"/>
                        </a:rPr>
                        <a:t>Execution accuracy ~66.3% on complex benchmarks like BIRD</a:t>
                      </a:r>
                      <a:endParaRPr sz="1100" u="none" cap="none" strike="noStrike">
                        <a:latin typeface="Times New Roman"/>
                        <a:ea typeface="Times New Roman"/>
                        <a:cs typeface="Times New Roman"/>
                        <a:sym typeface="Times New Roman"/>
                      </a:endParaRPr>
                    </a:p>
                  </a:txBody>
                  <a:tcPr marT="0" marB="0" marR="7050" marL="70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tile algn="tl" flip="none" tx="0" sx="100000" ty="0" sy="100000"/>
        </a:blipFill>
      </p:bgPr>
    </p:bg>
    <p:spTree>
      <p:nvGrpSpPr>
        <p:cNvPr id="159" name="Shape 159"/>
        <p:cNvGrpSpPr/>
        <p:nvPr/>
      </p:nvGrpSpPr>
      <p:grpSpPr>
        <a:xfrm>
          <a:off x="0" y="0"/>
          <a:ext cx="0" cy="0"/>
          <a:chOff x="0" y="0"/>
          <a:chExt cx="0" cy="0"/>
        </a:xfrm>
      </p:grpSpPr>
      <p:sp>
        <p:nvSpPr>
          <p:cNvPr id="160" name="Google Shape;160;p28"/>
          <p:cNvSpPr txBox="1"/>
          <p:nvPr>
            <p:ph type="title"/>
          </p:nvPr>
        </p:nvSpPr>
        <p:spPr>
          <a:xfrm>
            <a:off x="574675" y="228601"/>
            <a:ext cx="8001000" cy="912019"/>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100"/>
              <a:buNone/>
            </a:pPr>
            <a:r>
              <a:rPr b="1" lang="en-GB" sz="2400">
                <a:solidFill>
                  <a:srgbClr val="FF0000"/>
                </a:solidFill>
              </a:rPr>
              <a:t>Objectives</a:t>
            </a:r>
            <a:endParaRPr sz="2100"/>
          </a:p>
        </p:txBody>
      </p:sp>
      <p:sp>
        <p:nvSpPr>
          <p:cNvPr id="161" name="Google Shape;161;p28"/>
          <p:cNvSpPr txBox="1"/>
          <p:nvPr>
            <p:ph idx="1" type="body"/>
          </p:nvPr>
        </p:nvSpPr>
        <p:spPr>
          <a:xfrm>
            <a:off x="566738" y="1314450"/>
            <a:ext cx="8001000" cy="3200400"/>
          </a:xfrm>
          <a:prstGeom prst="rect">
            <a:avLst/>
          </a:prstGeom>
          <a:noFill/>
          <a:ln>
            <a:noFill/>
          </a:ln>
        </p:spPr>
        <p:txBody>
          <a:bodyPr anchorCtr="0" anchor="t" bIns="34275" lIns="68575" spcFirstLastPara="1" rIns="68575" wrap="square" tIns="34275">
            <a:noAutofit/>
          </a:bodyPr>
          <a:lstStyle/>
          <a:p>
            <a:pPr indent="0" lvl="0" marL="0" rtl="0" algn="just">
              <a:lnSpc>
                <a:spcPct val="100000"/>
              </a:lnSpc>
              <a:spcBef>
                <a:spcPts val="0"/>
              </a:spcBef>
              <a:spcAft>
                <a:spcPts val="0"/>
              </a:spcAft>
              <a:buSzPts val="1800"/>
              <a:buNone/>
            </a:pPr>
            <a:r>
              <a:rPr lang="en-GB" sz="1800">
                <a:latin typeface="Times New Roman"/>
                <a:ea typeface="Times New Roman"/>
                <a:cs typeface="Times New Roman"/>
                <a:sym typeface="Times New Roman"/>
              </a:rPr>
              <a:t>The primary objective of this project is to develop an intelligent and user-friendly system that streamlines interaction with diverse databases, including SQL (e.g., MySQL, PostgreSQL) and NoSQL (e.g., MongoDB, Firebase) platforms. By supporting natural language input, the system removes the need for manual query writing and complex configurations, making data access and analysis more accessible to both technical and non-technical users. It also addresses common integration issues encountered by developers across languages like Python and JavaScript. Core features include secure connectivity, automated query generation, predictive analytics, and performance optimization for large datasets. Additionally, the system will integrate siloed people-centric data from platforms such as CRMs and HRMS, enabling organizations to extract valuable insights into customer behavior, employee trends, and other key business metrics.</a:t>
            </a:r>
            <a:endParaRPr sz="1800">
              <a:latin typeface="Times New Roman"/>
              <a:ea typeface="Times New Roman"/>
              <a:cs typeface="Times New Roman"/>
              <a:sym typeface="Times New Roman"/>
            </a:endParaRPr>
          </a:p>
        </p:txBody>
      </p:sp>
      <p:sp>
        <p:nvSpPr>
          <p:cNvPr id="162" name="Google Shape;162;p28"/>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rPr lang="en-GB"/>
              <a:t>Zeroth Review</a:t>
            </a:r>
            <a:endParaRPr/>
          </a:p>
        </p:txBody>
      </p:sp>
      <p:sp>
        <p:nvSpPr>
          <p:cNvPr id="163" name="Google Shape;163;p28"/>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SzPts val="1100"/>
              <a:buNone/>
            </a:pPr>
            <a:r>
              <a:rPr lang="en-GB"/>
              <a:t>Department of </a:t>
            </a:r>
            <a:r>
              <a:rPr lang="en-GB">
                <a:solidFill>
                  <a:srgbClr val="002060"/>
                </a:solidFill>
                <a:latin typeface="Verdana"/>
                <a:ea typeface="Verdana"/>
                <a:cs typeface="Verdana"/>
                <a:sym typeface="Verdana"/>
              </a:rPr>
              <a:t>Artificial Intelligence and Data Science</a:t>
            </a:r>
            <a:endParaRPr/>
          </a:p>
        </p:txBody>
      </p:sp>
      <p:sp>
        <p:nvSpPr>
          <p:cNvPr id="164" name="Google Shape;164;p28"/>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3">
            <a:alphaModFix/>
          </a:blip>
          <a:tile algn="tl" flip="none" tx="0" sx="100000" ty="0" sy="100000"/>
        </a:blipFill>
      </p:bgPr>
    </p:bg>
    <p:spTree>
      <p:nvGrpSpPr>
        <p:cNvPr id="168" name="Shape 168"/>
        <p:cNvGrpSpPr/>
        <p:nvPr/>
      </p:nvGrpSpPr>
      <p:grpSpPr>
        <a:xfrm>
          <a:off x="0" y="0"/>
          <a:ext cx="0" cy="0"/>
          <a:chOff x="0" y="0"/>
          <a:chExt cx="0" cy="0"/>
        </a:xfrm>
      </p:grpSpPr>
      <p:sp>
        <p:nvSpPr>
          <p:cNvPr id="169" name="Google Shape;169;p29"/>
          <p:cNvSpPr txBox="1"/>
          <p:nvPr>
            <p:ph type="title"/>
          </p:nvPr>
        </p:nvSpPr>
        <p:spPr>
          <a:xfrm>
            <a:off x="574675" y="228601"/>
            <a:ext cx="8001000" cy="912019"/>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100"/>
              <a:buNone/>
            </a:pPr>
            <a:r>
              <a:rPr b="1" lang="en-GB" sz="2400">
                <a:solidFill>
                  <a:srgbClr val="FF0000"/>
                </a:solidFill>
              </a:rPr>
              <a:t>Abstract</a:t>
            </a:r>
            <a:endParaRPr sz="2100"/>
          </a:p>
        </p:txBody>
      </p:sp>
      <p:sp>
        <p:nvSpPr>
          <p:cNvPr id="170" name="Google Shape;170;p29"/>
          <p:cNvSpPr txBox="1"/>
          <p:nvPr>
            <p:ph idx="1" type="body"/>
          </p:nvPr>
        </p:nvSpPr>
        <p:spPr>
          <a:xfrm>
            <a:off x="566738" y="1314450"/>
            <a:ext cx="8001000" cy="3200400"/>
          </a:xfrm>
          <a:prstGeom prst="rect">
            <a:avLst/>
          </a:prstGeom>
          <a:noFill/>
          <a:ln>
            <a:noFill/>
          </a:ln>
        </p:spPr>
        <p:txBody>
          <a:bodyPr anchorCtr="0" anchor="t" bIns="34275" lIns="68575" spcFirstLastPara="1" rIns="68575" wrap="square" tIns="34275">
            <a:noAutofit/>
          </a:bodyPr>
          <a:lstStyle/>
          <a:p>
            <a:pPr indent="0" lvl="0" marL="0" rtl="0" algn="just">
              <a:lnSpc>
                <a:spcPct val="100000"/>
              </a:lnSpc>
              <a:spcBef>
                <a:spcPts val="0"/>
              </a:spcBef>
              <a:spcAft>
                <a:spcPts val="0"/>
              </a:spcAft>
              <a:buSzPts val="1800"/>
              <a:buNone/>
            </a:pPr>
            <a:r>
              <a:rPr lang="en-GB" sz="1800">
                <a:latin typeface="Times New Roman"/>
                <a:ea typeface="Times New Roman"/>
                <a:cs typeface="Times New Roman"/>
                <a:sym typeface="Times New Roman"/>
              </a:rPr>
              <a:t>An intelligent, user-friendly system is proposed to simplify interaction with SQL and NoSQL databases using natural language. By eliminating the need for manual query writing and complex setup, the system enables both technical and non-technical users to access and analyze data easily. It also tackles integration challenges across platforms like Python and JavaScript, while ensuring secure, optimized performance. Additionally, it supports the integration of people-centric data from CRMs and HRMS, enabling organizations to derive insights into behavior, satisfaction, and trends. The solution aims to enhance data accessibility, usability, and informed decision-making across various domains.</a:t>
            </a:r>
            <a:endParaRPr/>
          </a:p>
        </p:txBody>
      </p:sp>
      <p:sp>
        <p:nvSpPr>
          <p:cNvPr id="171" name="Google Shape;171;p29"/>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rPr lang="en-GB"/>
              <a:t>Zeroth Review</a:t>
            </a:r>
            <a:endParaRPr/>
          </a:p>
        </p:txBody>
      </p:sp>
      <p:sp>
        <p:nvSpPr>
          <p:cNvPr id="172" name="Google Shape;172;p29"/>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SzPts val="1100"/>
              <a:buNone/>
            </a:pPr>
            <a:r>
              <a:rPr lang="en-GB"/>
              <a:t>Department of </a:t>
            </a:r>
            <a:r>
              <a:rPr lang="en-GB">
                <a:solidFill>
                  <a:srgbClr val="002060"/>
                </a:solidFill>
                <a:latin typeface="Verdana"/>
                <a:ea typeface="Verdana"/>
                <a:cs typeface="Verdana"/>
                <a:sym typeface="Verdana"/>
              </a:rPr>
              <a:t>Artificial Intelligence and Data Science</a:t>
            </a:r>
            <a:endParaRPr/>
          </a:p>
        </p:txBody>
      </p:sp>
      <p:sp>
        <p:nvSpPr>
          <p:cNvPr id="173" name="Google Shape;173;p29"/>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0"/>
          <p:cNvSpPr txBox="1"/>
          <p:nvPr>
            <p:ph type="title"/>
          </p:nvPr>
        </p:nvSpPr>
        <p:spPr>
          <a:xfrm>
            <a:off x="574675" y="228601"/>
            <a:ext cx="8001000" cy="91192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100"/>
              <a:buNone/>
            </a:pPr>
            <a:r>
              <a:rPr lang="en-GB"/>
              <a:t>PROPOSED SOLUTION</a:t>
            </a:r>
            <a:endParaRPr/>
          </a:p>
        </p:txBody>
      </p:sp>
      <p:sp>
        <p:nvSpPr>
          <p:cNvPr id="180" name="Google Shape;180;p30"/>
          <p:cNvSpPr txBox="1"/>
          <p:nvPr>
            <p:ph idx="1" type="body"/>
          </p:nvPr>
        </p:nvSpPr>
        <p:spPr>
          <a:xfrm>
            <a:off x="574669" y="1314450"/>
            <a:ext cx="8057250" cy="3200400"/>
          </a:xfrm>
          <a:prstGeom prst="rect">
            <a:avLst/>
          </a:prstGeom>
          <a:noFill/>
          <a:ln>
            <a:noFill/>
          </a:ln>
        </p:spPr>
        <p:txBody>
          <a:bodyPr anchorCtr="0" anchor="t" bIns="34275" lIns="68575" spcFirstLastPara="1" rIns="68575" wrap="square" tIns="34275">
            <a:noAutofit/>
          </a:bodyPr>
          <a:lstStyle/>
          <a:p>
            <a:pPr indent="0" lvl="0" marL="0" rtl="0" algn="just">
              <a:lnSpc>
                <a:spcPct val="115000"/>
              </a:lnSpc>
              <a:spcBef>
                <a:spcPts val="900"/>
              </a:spcBef>
              <a:spcAft>
                <a:spcPts val="0"/>
              </a:spcAft>
              <a:buClr>
                <a:schemeClr val="dk1"/>
              </a:buClr>
              <a:buSzPts val="800"/>
              <a:buFont typeface="Arial"/>
              <a:buNone/>
            </a:pPr>
            <a:r>
              <a:rPr lang="en-GB" sz="1800">
                <a:latin typeface="Arial"/>
                <a:ea typeface="Arial"/>
                <a:cs typeface="Arial"/>
                <a:sym typeface="Arial"/>
              </a:rPr>
              <a:t>The proposed system enables users to retrieve data from </a:t>
            </a:r>
            <a:r>
              <a:rPr b="1" lang="en-GB" sz="1800">
                <a:latin typeface="Arial"/>
                <a:ea typeface="Arial"/>
                <a:cs typeface="Arial"/>
                <a:sym typeface="Arial"/>
              </a:rPr>
              <a:t>MySQL</a:t>
            </a:r>
            <a:r>
              <a:rPr lang="en-GB" sz="1800">
                <a:latin typeface="Arial"/>
                <a:ea typeface="Arial"/>
                <a:cs typeface="Arial"/>
                <a:sym typeface="Arial"/>
              </a:rPr>
              <a:t> and </a:t>
            </a:r>
            <a:r>
              <a:rPr b="1" lang="en-GB" sz="1800">
                <a:latin typeface="Arial"/>
                <a:ea typeface="Arial"/>
                <a:cs typeface="Arial"/>
                <a:sym typeface="Arial"/>
              </a:rPr>
              <a:t>MongoDB</a:t>
            </a:r>
            <a:r>
              <a:rPr lang="en-GB" sz="1800">
                <a:latin typeface="Arial"/>
                <a:ea typeface="Arial"/>
                <a:cs typeface="Arial"/>
                <a:sym typeface="Arial"/>
              </a:rPr>
              <a:t> databases using </a:t>
            </a:r>
            <a:r>
              <a:rPr b="1" lang="en-GB" sz="1800">
                <a:latin typeface="Arial"/>
                <a:ea typeface="Arial"/>
                <a:cs typeface="Arial"/>
                <a:sym typeface="Arial"/>
              </a:rPr>
              <a:t>natural language queries</a:t>
            </a:r>
            <a:r>
              <a:rPr lang="en-GB" sz="1800">
                <a:latin typeface="Arial"/>
                <a:ea typeface="Arial"/>
                <a:cs typeface="Arial"/>
                <a:sym typeface="Arial"/>
              </a:rPr>
              <a:t>. It extracts database schemas, generates AI-based summaries, and creates </a:t>
            </a:r>
            <a:r>
              <a:rPr b="1" lang="en-GB" sz="1800">
                <a:latin typeface="Arial"/>
                <a:ea typeface="Arial"/>
                <a:cs typeface="Arial"/>
                <a:sym typeface="Arial"/>
              </a:rPr>
              <a:t>semantic embeddings</a:t>
            </a:r>
            <a:r>
              <a:rPr lang="en-GB" sz="1800">
                <a:latin typeface="Arial"/>
                <a:ea typeface="Arial"/>
                <a:cs typeface="Arial"/>
                <a:sym typeface="Arial"/>
              </a:rPr>
              <a:t> indexed with FAISS for efficient search. Based on the user query, the system identifies the relevant schema, generates the corresponding </a:t>
            </a:r>
            <a:r>
              <a:rPr b="1" lang="en-GB" sz="1800">
                <a:latin typeface="Arial"/>
                <a:ea typeface="Arial"/>
                <a:cs typeface="Arial"/>
                <a:sym typeface="Arial"/>
              </a:rPr>
              <a:t>SQL or MongoDB query</a:t>
            </a:r>
            <a:r>
              <a:rPr lang="en-GB" sz="1800">
                <a:latin typeface="Arial"/>
                <a:ea typeface="Arial"/>
                <a:cs typeface="Arial"/>
                <a:sym typeface="Arial"/>
              </a:rPr>
              <a:t> using an AI model, executes it, and presents the results. This approach ensures </a:t>
            </a:r>
            <a:r>
              <a:rPr b="1" lang="en-GB" sz="1800">
                <a:latin typeface="Arial"/>
                <a:ea typeface="Arial"/>
                <a:cs typeface="Arial"/>
                <a:sym typeface="Arial"/>
              </a:rPr>
              <a:t>automatic database selection</a:t>
            </a:r>
            <a:r>
              <a:rPr lang="en-GB" sz="1800">
                <a:latin typeface="Arial"/>
                <a:ea typeface="Arial"/>
                <a:cs typeface="Arial"/>
                <a:sym typeface="Arial"/>
              </a:rPr>
              <a:t>, </a:t>
            </a:r>
            <a:r>
              <a:rPr b="1" lang="en-GB" sz="1800">
                <a:latin typeface="Arial"/>
                <a:ea typeface="Arial"/>
                <a:cs typeface="Arial"/>
                <a:sym typeface="Arial"/>
              </a:rPr>
              <a:t>real-time query execution</a:t>
            </a:r>
            <a:r>
              <a:rPr lang="en-GB" sz="1800">
                <a:latin typeface="Arial"/>
                <a:ea typeface="Arial"/>
                <a:cs typeface="Arial"/>
                <a:sym typeface="Arial"/>
              </a:rPr>
              <a:t>, and </a:t>
            </a:r>
            <a:r>
              <a:rPr b="1" lang="en-GB" sz="1800">
                <a:latin typeface="Arial"/>
                <a:ea typeface="Arial"/>
                <a:cs typeface="Arial"/>
                <a:sym typeface="Arial"/>
              </a:rPr>
              <a:t>user-friendly access</a:t>
            </a:r>
            <a:r>
              <a:rPr lang="en-GB" sz="1800">
                <a:latin typeface="Arial"/>
                <a:ea typeface="Arial"/>
                <a:cs typeface="Arial"/>
                <a:sym typeface="Arial"/>
              </a:rPr>
              <a:t> to heterogeneous databases.</a:t>
            </a:r>
            <a:endParaRPr sz="1800">
              <a:latin typeface="Arial"/>
              <a:ea typeface="Arial"/>
              <a:cs typeface="Arial"/>
              <a:sym typeface="Arial"/>
            </a:endParaRPr>
          </a:p>
          <a:p>
            <a:pPr indent="0" lvl="0" marL="0" rtl="0" algn="just">
              <a:lnSpc>
                <a:spcPct val="100000"/>
              </a:lnSpc>
              <a:spcBef>
                <a:spcPts val="900"/>
              </a:spcBef>
              <a:spcAft>
                <a:spcPts val="0"/>
              </a:spcAft>
              <a:buSzPts val="1400"/>
              <a:buNone/>
            </a:pPr>
            <a:r>
              <a:t/>
            </a:r>
            <a:endParaRPr sz="1800">
              <a:latin typeface="Times New Roman"/>
              <a:ea typeface="Times New Roman"/>
              <a:cs typeface="Times New Roman"/>
              <a:sym typeface="Times New Roman"/>
            </a:endParaRPr>
          </a:p>
        </p:txBody>
      </p:sp>
      <p:sp>
        <p:nvSpPr>
          <p:cNvPr id="181" name="Google Shape;181;p30"/>
          <p:cNvSpPr txBox="1"/>
          <p:nvPr>
            <p:ph idx="12" type="sldNum"/>
          </p:nvPr>
        </p:nvSpPr>
        <p:spPr>
          <a:xfrm>
            <a:off x="6553200" y="4683919"/>
            <a:ext cx="1981125" cy="3573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1"/>
          <p:cNvSpPr txBox="1"/>
          <p:nvPr>
            <p:ph type="title"/>
          </p:nvPr>
        </p:nvSpPr>
        <p:spPr>
          <a:xfrm>
            <a:off x="574675" y="228601"/>
            <a:ext cx="8001000" cy="91192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100"/>
              <a:buNone/>
            </a:pPr>
            <a:r>
              <a:rPr lang="en-GB"/>
              <a:t>SYSTEM ARCHITECTURE</a:t>
            </a:r>
            <a:endParaRPr/>
          </a:p>
        </p:txBody>
      </p:sp>
      <p:sp>
        <p:nvSpPr>
          <p:cNvPr id="188" name="Google Shape;188;p31"/>
          <p:cNvSpPr txBox="1"/>
          <p:nvPr>
            <p:ph idx="1" type="body"/>
          </p:nvPr>
        </p:nvSpPr>
        <p:spPr>
          <a:xfrm>
            <a:off x="566738" y="1314450"/>
            <a:ext cx="8001000" cy="32004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300"/>
              </a:spcBef>
              <a:spcAft>
                <a:spcPts val="0"/>
              </a:spcAft>
              <a:buSzPts val="1400"/>
              <a:buNone/>
            </a:pPr>
            <a:r>
              <a:t/>
            </a:r>
            <a:endParaRPr/>
          </a:p>
        </p:txBody>
      </p:sp>
      <p:sp>
        <p:nvSpPr>
          <p:cNvPr id="189" name="Google Shape;189;p31"/>
          <p:cNvSpPr txBox="1"/>
          <p:nvPr>
            <p:ph idx="12" type="sldNum"/>
          </p:nvPr>
        </p:nvSpPr>
        <p:spPr>
          <a:xfrm>
            <a:off x="6553200" y="4683919"/>
            <a:ext cx="1981125" cy="3573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GB"/>
              <a:t>‹#›</a:t>
            </a:fld>
            <a:endParaRPr/>
          </a:p>
        </p:txBody>
      </p:sp>
      <p:pic>
        <p:nvPicPr>
          <p:cNvPr id="190" name="Google Shape;190;p31" title="WhatsApp Image 2025-11-11 at 11.26.34 PM.jpeg"/>
          <p:cNvPicPr preferRelativeResize="0"/>
          <p:nvPr/>
        </p:nvPicPr>
        <p:blipFill>
          <a:blip r:embed="rId3">
            <a:alphaModFix/>
          </a:blip>
          <a:stretch>
            <a:fillRect/>
          </a:stretch>
        </p:blipFill>
        <p:spPr>
          <a:xfrm>
            <a:off x="3175" y="1196657"/>
            <a:ext cx="9144000" cy="370903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2"/>
          <p:cNvSpPr txBox="1"/>
          <p:nvPr>
            <p:ph type="title"/>
          </p:nvPr>
        </p:nvSpPr>
        <p:spPr>
          <a:xfrm>
            <a:off x="574675" y="228601"/>
            <a:ext cx="8001000" cy="91192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100"/>
              <a:buNone/>
            </a:pPr>
            <a:r>
              <a:rPr lang="en-GB"/>
              <a:t>MODULES</a:t>
            </a:r>
            <a:endParaRPr/>
          </a:p>
        </p:txBody>
      </p:sp>
      <p:sp>
        <p:nvSpPr>
          <p:cNvPr id="197" name="Google Shape;197;p32"/>
          <p:cNvSpPr txBox="1"/>
          <p:nvPr>
            <p:ph idx="1" type="body"/>
          </p:nvPr>
        </p:nvSpPr>
        <p:spPr>
          <a:xfrm>
            <a:off x="566738" y="1314450"/>
            <a:ext cx="8001000" cy="32004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1100"/>
              </a:spcBef>
              <a:spcAft>
                <a:spcPts val="0"/>
              </a:spcAft>
              <a:buClr>
                <a:schemeClr val="dk1"/>
              </a:buClr>
              <a:buSzPts val="800"/>
              <a:buFont typeface="Arial"/>
              <a:buNone/>
            </a:pPr>
            <a:r>
              <a:rPr b="1" lang="en-GB" sz="1200">
                <a:latin typeface="Times New Roman"/>
                <a:ea typeface="Times New Roman"/>
                <a:cs typeface="Times New Roman"/>
                <a:sym typeface="Times New Roman"/>
              </a:rPr>
              <a:t>1️⃣ MySQL Functions</a:t>
            </a:r>
            <a:endParaRPr b="1" sz="1200">
              <a:latin typeface="Times New Roman"/>
              <a:ea typeface="Times New Roman"/>
              <a:cs typeface="Times New Roman"/>
              <a:sym typeface="Times New Roman"/>
            </a:endParaRPr>
          </a:p>
          <a:p>
            <a:pPr indent="-241300" lvl="0" marL="342900" rtl="0" algn="l">
              <a:lnSpc>
                <a:spcPct val="115000"/>
              </a:lnSpc>
              <a:spcBef>
                <a:spcPts val="900"/>
              </a:spcBef>
              <a:spcAft>
                <a:spcPts val="0"/>
              </a:spcAft>
              <a:buClr>
                <a:schemeClr val="dk1"/>
              </a:buClr>
              <a:buSzPts val="1200"/>
              <a:buFont typeface="Times New Roman"/>
              <a:buChar char="●"/>
            </a:pPr>
            <a:r>
              <a:rPr lang="en-GB" sz="1200">
                <a:latin typeface="Times New Roman"/>
                <a:ea typeface="Times New Roman"/>
                <a:cs typeface="Times New Roman"/>
                <a:sym typeface="Times New Roman"/>
              </a:rPr>
              <a:t>List available MySQL databases.</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241300" lvl="0" marL="342900" rtl="0" algn="l">
              <a:lnSpc>
                <a:spcPct val="115000"/>
              </a:lnSpc>
              <a:spcBef>
                <a:spcPts val="0"/>
              </a:spcBef>
              <a:spcAft>
                <a:spcPts val="0"/>
              </a:spcAft>
              <a:buClr>
                <a:schemeClr val="dk1"/>
              </a:buClr>
              <a:buSzPts val="1200"/>
              <a:buFont typeface="Arial"/>
              <a:buChar char="●"/>
            </a:pPr>
            <a:r>
              <a:rPr lang="en-GB" sz="1200">
                <a:latin typeface="Times New Roman"/>
                <a:ea typeface="Times New Roman"/>
                <a:cs typeface="Times New Roman"/>
                <a:sym typeface="Times New Roman"/>
              </a:rPr>
              <a:t>Extract schema information (tables &amp; columns) using </a:t>
            </a:r>
            <a:r>
              <a:rPr b="1" lang="en-GB" sz="1200">
                <a:latin typeface="Times New Roman"/>
                <a:ea typeface="Times New Roman"/>
                <a:cs typeface="Times New Roman"/>
                <a:sym typeface="Times New Roman"/>
              </a:rPr>
              <a:t>SQLAlchemy</a:t>
            </a:r>
            <a:r>
              <a:rPr lang="en-GB" sz="1200">
                <a:latin typeface="Times New Roman"/>
                <a:ea typeface="Times New Roman"/>
                <a:cs typeface="Times New Roman"/>
                <a:sym typeface="Times New Roman"/>
              </a:rPr>
              <a:t>.</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241300" lvl="0" marL="342900" rtl="0" algn="l">
              <a:lnSpc>
                <a:spcPct val="115000"/>
              </a:lnSpc>
              <a:spcBef>
                <a:spcPts val="0"/>
              </a:spcBef>
              <a:spcAft>
                <a:spcPts val="0"/>
              </a:spcAft>
              <a:buClr>
                <a:schemeClr val="dk1"/>
              </a:buClr>
              <a:buSzPts val="1200"/>
              <a:buFont typeface="Arial"/>
              <a:buChar char="●"/>
            </a:pPr>
            <a:r>
              <a:rPr lang="en-GB" sz="1200">
                <a:latin typeface="Times New Roman"/>
                <a:ea typeface="Times New Roman"/>
                <a:cs typeface="Times New Roman"/>
                <a:sym typeface="Times New Roman"/>
              </a:rPr>
              <a:t>Skip system databases like </a:t>
            </a:r>
            <a:r>
              <a:rPr lang="en-GB" sz="1200">
                <a:solidFill>
                  <a:srgbClr val="188038"/>
                </a:solidFill>
                <a:latin typeface="Times New Roman"/>
                <a:ea typeface="Times New Roman"/>
                <a:cs typeface="Times New Roman"/>
                <a:sym typeface="Times New Roman"/>
              </a:rPr>
              <a:t>information_schema</a:t>
            </a:r>
            <a:r>
              <a:rPr lang="en-GB" sz="1200">
                <a:latin typeface="Times New Roman"/>
                <a:ea typeface="Times New Roman"/>
                <a:cs typeface="Times New Roman"/>
                <a:sym typeface="Times New Roman"/>
              </a:rPr>
              <a:t> and </a:t>
            </a:r>
            <a:r>
              <a:rPr lang="en-GB" sz="1200">
                <a:solidFill>
                  <a:srgbClr val="188038"/>
                </a:solidFill>
                <a:latin typeface="Times New Roman"/>
                <a:ea typeface="Times New Roman"/>
                <a:cs typeface="Times New Roman"/>
                <a:sym typeface="Times New Roman"/>
              </a:rPr>
              <a:t>mysql</a:t>
            </a:r>
            <a:r>
              <a:rPr lang="en-GB" sz="1200">
                <a:latin typeface="Times New Roman"/>
                <a:ea typeface="Times New Roman"/>
                <a:cs typeface="Times New Roman"/>
                <a:sym typeface="Times New Roman"/>
              </a:rPr>
              <a:t>.</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0" lvl="0" marL="0" rtl="0" algn="l">
              <a:lnSpc>
                <a:spcPct val="115000"/>
              </a:lnSpc>
              <a:spcBef>
                <a:spcPts val="1100"/>
              </a:spcBef>
              <a:spcAft>
                <a:spcPts val="0"/>
              </a:spcAft>
              <a:buClr>
                <a:schemeClr val="dk1"/>
              </a:buClr>
              <a:buSzPts val="800"/>
              <a:buFont typeface="Arial"/>
              <a:buNone/>
            </a:pPr>
            <a:r>
              <a:rPr b="1" lang="en-GB" sz="1200">
                <a:latin typeface="Times New Roman"/>
                <a:ea typeface="Times New Roman"/>
                <a:cs typeface="Times New Roman"/>
                <a:sym typeface="Times New Roman"/>
              </a:rPr>
              <a:t>2️⃣ MongoDB Functions</a:t>
            </a:r>
            <a:endParaRPr b="1" sz="1200">
              <a:latin typeface="Times New Roman"/>
              <a:ea typeface="Times New Roman"/>
              <a:cs typeface="Times New Roman"/>
              <a:sym typeface="Times New Roman"/>
            </a:endParaRPr>
          </a:p>
          <a:p>
            <a:pPr indent="-241300" lvl="0" marL="342900" rtl="0" algn="l">
              <a:lnSpc>
                <a:spcPct val="115000"/>
              </a:lnSpc>
              <a:spcBef>
                <a:spcPts val="900"/>
              </a:spcBef>
              <a:spcAft>
                <a:spcPts val="0"/>
              </a:spcAft>
              <a:buClr>
                <a:schemeClr val="dk1"/>
              </a:buClr>
              <a:buSzPts val="1200"/>
              <a:buFont typeface="Times New Roman"/>
              <a:buChar char="●"/>
            </a:pPr>
            <a:r>
              <a:rPr lang="en-GB" sz="1200">
                <a:latin typeface="Times New Roman"/>
                <a:ea typeface="Times New Roman"/>
                <a:cs typeface="Times New Roman"/>
                <a:sym typeface="Times New Roman"/>
              </a:rPr>
              <a:t>List available MongoDB databases.</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241300" lvl="0" marL="342900" rtl="0" algn="l">
              <a:lnSpc>
                <a:spcPct val="115000"/>
              </a:lnSpc>
              <a:spcBef>
                <a:spcPts val="0"/>
              </a:spcBef>
              <a:spcAft>
                <a:spcPts val="0"/>
              </a:spcAft>
              <a:buClr>
                <a:schemeClr val="dk1"/>
              </a:buClr>
              <a:buSzPts val="1200"/>
              <a:buFont typeface="Arial"/>
              <a:buChar char="●"/>
            </a:pPr>
            <a:r>
              <a:rPr lang="en-GB" sz="1200">
                <a:latin typeface="Times New Roman"/>
                <a:ea typeface="Times New Roman"/>
                <a:cs typeface="Times New Roman"/>
                <a:sym typeface="Times New Roman"/>
              </a:rPr>
              <a:t>Extract collection schemas using </a:t>
            </a:r>
            <a:r>
              <a:rPr b="1" lang="en-GB" sz="1200">
                <a:latin typeface="Times New Roman"/>
                <a:ea typeface="Times New Roman"/>
                <a:cs typeface="Times New Roman"/>
                <a:sym typeface="Times New Roman"/>
              </a:rPr>
              <a:t>PyMongo</a:t>
            </a:r>
            <a:r>
              <a:rPr lang="en-GB" sz="1200">
                <a:latin typeface="Times New Roman"/>
                <a:ea typeface="Times New Roman"/>
                <a:cs typeface="Times New Roman"/>
                <a:sym typeface="Times New Roman"/>
              </a:rPr>
              <a:t>.</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241300" lvl="0" marL="342900" rtl="0" algn="l">
              <a:lnSpc>
                <a:spcPct val="115000"/>
              </a:lnSpc>
              <a:spcBef>
                <a:spcPts val="0"/>
              </a:spcBef>
              <a:spcAft>
                <a:spcPts val="0"/>
              </a:spcAft>
              <a:buClr>
                <a:schemeClr val="dk1"/>
              </a:buClr>
              <a:buSzPts val="1200"/>
              <a:buFont typeface="Times New Roman"/>
              <a:buChar char="●"/>
            </a:pPr>
            <a:r>
              <a:rPr lang="en-GB" sz="1200">
                <a:latin typeface="Times New Roman"/>
                <a:ea typeface="Times New Roman"/>
                <a:cs typeface="Times New Roman"/>
                <a:sym typeface="Times New Roman"/>
              </a:rPr>
              <a:t>Sample documents to determine field names.</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0" lvl="0" marL="0" rtl="0" algn="l">
              <a:lnSpc>
                <a:spcPct val="100000"/>
              </a:lnSpc>
              <a:spcBef>
                <a:spcPts val="900"/>
              </a:spcBef>
              <a:spcAft>
                <a:spcPts val="0"/>
              </a:spcAft>
              <a:buSzPts val="1400"/>
              <a:buNone/>
            </a:pPr>
            <a:r>
              <a:t/>
            </a:r>
            <a:endParaRPr sz="1200">
              <a:latin typeface="Times New Roman"/>
              <a:ea typeface="Times New Roman"/>
              <a:cs typeface="Times New Roman"/>
              <a:sym typeface="Times New Roman"/>
            </a:endParaRPr>
          </a:p>
        </p:txBody>
      </p:sp>
      <p:sp>
        <p:nvSpPr>
          <p:cNvPr id="198" name="Google Shape;198;p32"/>
          <p:cNvSpPr txBox="1"/>
          <p:nvPr>
            <p:ph idx="12" type="sldNum"/>
          </p:nvPr>
        </p:nvSpPr>
        <p:spPr>
          <a:xfrm>
            <a:off x="6553200" y="4683919"/>
            <a:ext cx="1981125" cy="3573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3"/>
          <p:cNvSpPr txBox="1"/>
          <p:nvPr>
            <p:ph type="title"/>
          </p:nvPr>
        </p:nvSpPr>
        <p:spPr>
          <a:xfrm>
            <a:off x="574675" y="228601"/>
            <a:ext cx="8001000" cy="91192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100"/>
              <a:buNone/>
            </a:pPr>
            <a:r>
              <a:rPr lang="en-GB">
                <a:solidFill>
                  <a:schemeClr val="dk1"/>
                </a:solidFill>
              </a:rPr>
              <a:t>MODULES</a:t>
            </a:r>
            <a:endParaRPr/>
          </a:p>
        </p:txBody>
      </p:sp>
      <p:sp>
        <p:nvSpPr>
          <p:cNvPr id="205" name="Google Shape;205;p33"/>
          <p:cNvSpPr txBox="1"/>
          <p:nvPr>
            <p:ph idx="1" type="body"/>
          </p:nvPr>
        </p:nvSpPr>
        <p:spPr>
          <a:xfrm>
            <a:off x="566738" y="1314450"/>
            <a:ext cx="8001000" cy="32004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1100"/>
              </a:spcBef>
              <a:spcAft>
                <a:spcPts val="0"/>
              </a:spcAft>
              <a:buClr>
                <a:schemeClr val="dk1"/>
              </a:buClr>
              <a:buSzPts val="800"/>
              <a:buFont typeface="Arial"/>
              <a:buNone/>
            </a:pPr>
            <a:r>
              <a:rPr b="1" lang="en-GB" sz="1200">
                <a:latin typeface="Times New Roman"/>
                <a:ea typeface="Times New Roman"/>
                <a:cs typeface="Times New Roman"/>
                <a:sym typeface="Times New Roman"/>
              </a:rPr>
              <a:t>3️⃣ Semantic Index</a:t>
            </a:r>
            <a:endParaRPr b="1" sz="1200">
              <a:latin typeface="Times New Roman"/>
              <a:ea typeface="Times New Roman"/>
              <a:cs typeface="Times New Roman"/>
              <a:sym typeface="Times New Roman"/>
            </a:endParaRPr>
          </a:p>
          <a:p>
            <a:pPr indent="-241300" lvl="0" marL="342900" rtl="0" algn="l">
              <a:lnSpc>
                <a:spcPct val="115000"/>
              </a:lnSpc>
              <a:spcBef>
                <a:spcPts val="900"/>
              </a:spcBef>
              <a:spcAft>
                <a:spcPts val="0"/>
              </a:spcAft>
              <a:buClr>
                <a:schemeClr val="dk1"/>
              </a:buClr>
              <a:buSzPts val="1200"/>
              <a:buFont typeface="Arial"/>
              <a:buChar char="●"/>
            </a:pPr>
            <a:r>
              <a:rPr lang="en-GB" sz="1200">
                <a:latin typeface="Times New Roman"/>
                <a:ea typeface="Times New Roman"/>
                <a:cs typeface="Times New Roman"/>
                <a:sym typeface="Times New Roman"/>
              </a:rPr>
              <a:t>Build embeddings of schemas using </a:t>
            </a:r>
            <a:r>
              <a:rPr b="1" lang="en-GB" sz="1200">
                <a:latin typeface="Times New Roman"/>
                <a:ea typeface="Times New Roman"/>
                <a:cs typeface="Times New Roman"/>
                <a:sym typeface="Times New Roman"/>
              </a:rPr>
              <a:t>SentenceTransformer</a:t>
            </a:r>
            <a:r>
              <a:rPr lang="en-GB" sz="1200">
                <a:latin typeface="Times New Roman"/>
                <a:ea typeface="Times New Roman"/>
                <a:cs typeface="Times New Roman"/>
                <a:sym typeface="Times New Roman"/>
              </a:rPr>
              <a:t>.</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241300" lvl="0" marL="342900" rtl="0" algn="l">
              <a:lnSpc>
                <a:spcPct val="115000"/>
              </a:lnSpc>
              <a:spcBef>
                <a:spcPts val="0"/>
              </a:spcBef>
              <a:spcAft>
                <a:spcPts val="0"/>
              </a:spcAft>
              <a:buClr>
                <a:schemeClr val="dk1"/>
              </a:buClr>
              <a:buSzPts val="1200"/>
              <a:buFont typeface="Arial"/>
              <a:buChar char="●"/>
            </a:pPr>
            <a:r>
              <a:rPr lang="en-GB" sz="1200">
                <a:latin typeface="Times New Roman"/>
                <a:ea typeface="Times New Roman"/>
                <a:cs typeface="Times New Roman"/>
                <a:sym typeface="Times New Roman"/>
              </a:rPr>
              <a:t>Store embeddings in a </a:t>
            </a:r>
            <a:r>
              <a:rPr b="1" lang="en-GB" sz="1200">
                <a:latin typeface="Times New Roman"/>
                <a:ea typeface="Times New Roman"/>
                <a:cs typeface="Times New Roman"/>
                <a:sym typeface="Times New Roman"/>
              </a:rPr>
              <a:t>FAISS index</a:t>
            </a:r>
            <a:r>
              <a:rPr lang="en-GB" sz="1200">
                <a:latin typeface="Times New Roman"/>
                <a:ea typeface="Times New Roman"/>
                <a:cs typeface="Times New Roman"/>
                <a:sym typeface="Times New Roman"/>
              </a:rPr>
              <a:t> for fast semantic search.</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241300" lvl="0" marL="342900" rtl="0" algn="l">
              <a:lnSpc>
                <a:spcPct val="115000"/>
              </a:lnSpc>
              <a:spcBef>
                <a:spcPts val="0"/>
              </a:spcBef>
              <a:spcAft>
                <a:spcPts val="0"/>
              </a:spcAft>
              <a:buClr>
                <a:schemeClr val="dk1"/>
              </a:buClr>
              <a:buSzPts val="1200"/>
              <a:buFont typeface="Times New Roman"/>
              <a:buChar char="●"/>
            </a:pPr>
            <a:r>
              <a:rPr lang="en-GB" sz="1200">
                <a:latin typeface="Times New Roman"/>
                <a:ea typeface="Times New Roman"/>
                <a:cs typeface="Times New Roman"/>
                <a:sym typeface="Times New Roman"/>
              </a:rPr>
              <a:t>Perform semantic search to find the most relevant schema for user queries.</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0" lvl="0" marL="0" rtl="0" algn="l">
              <a:lnSpc>
                <a:spcPct val="115000"/>
              </a:lnSpc>
              <a:spcBef>
                <a:spcPts val="1100"/>
              </a:spcBef>
              <a:spcAft>
                <a:spcPts val="0"/>
              </a:spcAft>
              <a:buClr>
                <a:schemeClr val="dk1"/>
              </a:buClr>
              <a:buSzPts val="800"/>
              <a:buFont typeface="Arial"/>
              <a:buNone/>
            </a:pPr>
            <a:r>
              <a:rPr b="1" lang="en-GB" sz="1200">
                <a:latin typeface="Times New Roman"/>
                <a:ea typeface="Times New Roman"/>
                <a:cs typeface="Times New Roman"/>
                <a:sym typeface="Times New Roman"/>
              </a:rPr>
              <a:t>4️⃣ AI Model Loader</a:t>
            </a:r>
            <a:endParaRPr b="1" sz="1200">
              <a:latin typeface="Times New Roman"/>
              <a:ea typeface="Times New Roman"/>
              <a:cs typeface="Times New Roman"/>
              <a:sym typeface="Times New Roman"/>
            </a:endParaRPr>
          </a:p>
          <a:p>
            <a:pPr indent="-241300" lvl="0" marL="342900" rtl="0" algn="l">
              <a:lnSpc>
                <a:spcPct val="115000"/>
              </a:lnSpc>
              <a:spcBef>
                <a:spcPts val="900"/>
              </a:spcBef>
              <a:spcAft>
                <a:spcPts val="0"/>
              </a:spcAft>
              <a:buClr>
                <a:schemeClr val="dk1"/>
              </a:buClr>
              <a:buSzPts val="1200"/>
              <a:buFont typeface="Times New Roman"/>
              <a:buChar char="●"/>
            </a:pPr>
            <a:r>
              <a:rPr lang="en-GB" sz="1200">
                <a:latin typeface="Times New Roman"/>
                <a:ea typeface="Times New Roman"/>
                <a:cs typeface="Times New Roman"/>
                <a:sym typeface="Times New Roman"/>
              </a:rPr>
              <a:t>Automatically selects AI model depending on hardware: </a:t>
            </a:r>
            <a:r>
              <a:rPr b="1" lang="en-GB" sz="1200">
                <a:latin typeface="Times New Roman"/>
                <a:ea typeface="Times New Roman"/>
                <a:cs typeface="Times New Roman"/>
                <a:sym typeface="Times New Roman"/>
              </a:rPr>
              <a:t>CPU only:</a:t>
            </a:r>
            <a:r>
              <a:rPr lang="en-GB" sz="1200">
                <a:latin typeface="Times New Roman"/>
                <a:ea typeface="Times New Roman"/>
                <a:cs typeface="Times New Roman"/>
                <a:sym typeface="Times New Roman"/>
              </a:rPr>
              <a:t> </a:t>
            </a:r>
            <a:r>
              <a:rPr lang="en-GB" sz="1200">
                <a:solidFill>
                  <a:srgbClr val="188038"/>
                </a:solidFill>
                <a:latin typeface="Times New Roman"/>
                <a:ea typeface="Times New Roman"/>
                <a:cs typeface="Times New Roman"/>
                <a:sym typeface="Times New Roman"/>
              </a:rPr>
              <a:t>Mistral</a:t>
            </a:r>
            <a:br>
              <a:rPr lang="en-GB" sz="1200">
                <a:solidFill>
                  <a:srgbClr val="188038"/>
                </a:solidFill>
                <a:latin typeface="Times New Roman"/>
                <a:ea typeface="Times New Roman"/>
                <a:cs typeface="Times New Roman"/>
                <a:sym typeface="Times New Roman"/>
              </a:rPr>
            </a:br>
            <a:endParaRPr sz="1200">
              <a:solidFill>
                <a:srgbClr val="188038"/>
              </a:solidFill>
              <a:latin typeface="Times New Roman"/>
              <a:ea typeface="Times New Roman"/>
              <a:cs typeface="Times New Roman"/>
              <a:sym typeface="Times New Roman"/>
            </a:endParaRPr>
          </a:p>
          <a:p>
            <a:pPr indent="-241300" lvl="0" marL="342900" rtl="0" algn="l">
              <a:lnSpc>
                <a:spcPct val="115000"/>
              </a:lnSpc>
              <a:spcBef>
                <a:spcPts val="0"/>
              </a:spcBef>
              <a:spcAft>
                <a:spcPts val="0"/>
              </a:spcAft>
              <a:buClr>
                <a:schemeClr val="dk1"/>
              </a:buClr>
              <a:buSzPts val="1200"/>
              <a:buFont typeface="Arial"/>
              <a:buChar char="●"/>
            </a:pPr>
            <a:r>
              <a:rPr lang="en-GB" sz="1200">
                <a:latin typeface="Times New Roman"/>
                <a:ea typeface="Times New Roman"/>
                <a:cs typeface="Times New Roman"/>
                <a:sym typeface="Times New Roman"/>
              </a:rPr>
              <a:t>Loads model and tokenizer using </a:t>
            </a:r>
            <a:r>
              <a:rPr b="1" lang="en-GB" sz="1200">
                <a:latin typeface="Times New Roman"/>
                <a:ea typeface="Times New Roman"/>
                <a:cs typeface="Times New Roman"/>
                <a:sym typeface="Times New Roman"/>
              </a:rPr>
              <a:t>HuggingFace Transformers</a:t>
            </a:r>
            <a:r>
              <a:rPr lang="en-GB" sz="1200">
                <a:latin typeface="Times New Roman"/>
                <a:ea typeface="Times New Roman"/>
                <a:cs typeface="Times New Roman"/>
                <a:sym typeface="Times New Roman"/>
              </a:rPr>
              <a:t>.</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241300" lvl="0" marL="342900" rtl="0" algn="l">
              <a:lnSpc>
                <a:spcPct val="115000"/>
              </a:lnSpc>
              <a:spcBef>
                <a:spcPts val="0"/>
              </a:spcBef>
              <a:spcAft>
                <a:spcPts val="0"/>
              </a:spcAft>
              <a:buClr>
                <a:schemeClr val="dk1"/>
              </a:buClr>
              <a:buSzPts val="1200"/>
              <a:buFont typeface="Times New Roman"/>
              <a:buChar char="●"/>
            </a:pPr>
            <a:r>
              <a:rPr lang="en-GB" sz="1200">
                <a:latin typeface="Times New Roman"/>
                <a:ea typeface="Times New Roman"/>
                <a:cs typeface="Times New Roman"/>
                <a:sym typeface="Times New Roman"/>
              </a:rPr>
              <a:t>Provides a text-generation pipeline for query generation.</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t/>
            </a:r>
            <a:endParaRPr sz="1200">
              <a:latin typeface="Times New Roman"/>
              <a:ea typeface="Times New Roman"/>
              <a:cs typeface="Times New Roman"/>
              <a:sym typeface="Times New Roman"/>
            </a:endParaRPr>
          </a:p>
          <a:p>
            <a:pPr indent="0" lvl="0" marL="0" rtl="0" algn="l">
              <a:lnSpc>
                <a:spcPct val="100000"/>
              </a:lnSpc>
              <a:spcBef>
                <a:spcPts val="300"/>
              </a:spcBef>
              <a:spcAft>
                <a:spcPts val="0"/>
              </a:spcAft>
              <a:buSzPts val="1400"/>
              <a:buNone/>
            </a:pPr>
            <a:r>
              <a:t/>
            </a:r>
            <a:endParaRPr sz="1200">
              <a:latin typeface="Times New Roman"/>
              <a:ea typeface="Times New Roman"/>
              <a:cs typeface="Times New Roman"/>
              <a:sym typeface="Times New Roman"/>
            </a:endParaRPr>
          </a:p>
        </p:txBody>
      </p:sp>
      <p:sp>
        <p:nvSpPr>
          <p:cNvPr id="206" name="Google Shape;206;p33"/>
          <p:cNvSpPr txBox="1"/>
          <p:nvPr>
            <p:ph idx="12" type="sldNum"/>
          </p:nvPr>
        </p:nvSpPr>
        <p:spPr>
          <a:xfrm>
            <a:off x="6553200" y="4683919"/>
            <a:ext cx="1981125" cy="3573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GB"/>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4"/>
          <p:cNvSpPr txBox="1"/>
          <p:nvPr>
            <p:ph type="title"/>
          </p:nvPr>
        </p:nvSpPr>
        <p:spPr>
          <a:xfrm>
            <a:off x="574675" y="228601"/>
            <a:ext cx="8001000" cy="91192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100"/>
              <a:buNone/>
            </a:pPr>
            <a:r>
              <a:rPr lang="en-GB">
                <a:solidFill>
                  <a:schemeClr val="dk1"/>
                </a:solidFill>
              </a:rPr>
              <a:t>MODULES</a:t>
            </a:r>
            <a:endParaRPr/>
          </a:p>
        </p:txBody>
      </p:sp>
      <p:sp>
        <p:nvSpPr>
          <p:cNvPr id="213" name="Google Shape;213;p34"/>
          <p:cNvSpPr txBox="1"/>
          <p:nvPr>
            <p:ph idx="1" type="body"/>
          </p:nvPr>
        </p:nvSpPr>
        <p:spPr>
          <a:xfrm>
            <a:off x="566738" y="1314450"/>
            <a:ext cx="8001000" cy="32004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1100"/>
              </a:spcBef>
              <a:spcAft>
                <a:spcPts val="0"/>
              </a:spcAft>
              <a:buClr>
                <a:schemeClr val="dk1"/>
              </a:buClr>
              <a:buSzPts val="800"/>
              <a:buFont typeface="Arial"/>
              <a:buNone/>
            </a:pPr>
            <a:r>
              <a:rPr b="1" lang="en-GB" sz="1200">
                <a:latin typeface="Times New Roman"/>
                <a:ea typeface="Times New Roman"/>
                <a:cs typeface="Times New Roman"/>
                <a:sym typeface="Times New Roman"/>
              </a:rPr>
              <a:t>5️⃣ Query Generation</a:t>
            </a:r>
            <a:endParaRPr b="1" sz="1200">
              <a:latin typeface="Times New Roman"/>
              <a:ea typeface="Times New Roman"/>
              <a:cs typeface="Times New Roman"/>
              <a:sym typeface="Times New Roman"/>
            </a:endParaRPr>
          </a:p>
          <a:p>
            <a:pPr indent="-241300" lvl="0" marL="342900" rtl="0" algn="l">
              <a:lnSpc>
                <a:spcPct val="115000"/>
              </a:lnSpc>
              <a:spcBef>
                <a:spcPts val="900"/>
              </a:spcBef>
              <a:spcAft>
                <a:spcPts val="0"/>
              </a:spcAft>
              <a:buClr>
                <a:schemeClr val="dk1"/>
              </a:buClr>
              <a:buSzPts val="1200"/>
              <a:buFont typeface="Arial"/>
              <a:buChar char="●"/>
            </a:pPr>
            <a:r>
              <a:rPr lang="en-GB" sz="1200">
                <a:latin typeface="Times New Roman"/>
                <a:ea typeface="Times New Roman"/>
                <a:cs typeface="Times New Roman"/>
                <a:sym typeface="Times New Roman"/>
              </a:rPr>
              <a:t>Generates SQL or MongoDB query from </a:t>
            </a:r>
            <a:r>
              <a:rPr b="1" lang="en-GB" sz="1200">
                <a:latin typeface="Times New Roman"/>
                <a:ea typeface="Times New Roman"/>
                <a:cs typeface="Times New Roman"/>
                <a:sym typeface="Times New Roman"/>
              </a:rPr>
              <a:t>natural language input</a:t>
            </a:r>
            <a:r>
              <a:rPr lang="en-GB" sz="1200">
                <a:latin typeface="Times New Roman"/>
                <a:ea typeface="Times New Roman"/>
                <a:cs typeface="Times New Roman"/>
                <a:sym typeface="Times New Roman"/>
              </a:rPr>
              <a:t>.</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241300" lvl="0" marL="342900" rtl="0" algn="l">
              <a:lnSpc>
                <a:spcPct val="115000"/>
              </a:lnSpc>
              <a:spcBef>
                <a:spcPts val="0"/>
              </a:spcBef>
              <a:spcAft>
                <a:spcPts val="0"/>
              </a:spcAft>
              <a:buClr>
                <a:schemeClr val="dk1"/>
              </a:buClr>
              <a:buSzPts val="1200"/>
              <a:buFont typeface="Arial"/>
              <a:buChar char="●"/>
            </a:pPr>
            <a:r>
              <a:rPr lang="en-GB" sz="1200">
                <a:latin typeface="Times New Roman"/>
                <a:ea typeface="Times New Roman"/>
                <a:cs typeface="Times New Roman"/>
                <a:sym typeface="Times New Roman"/>
              </a:rPr>
              <a:t>Cleans the query to remove prefixes like </a:t>
            </a:r>
            <a:r>
              <a:rPr lang="en-GB" sz="1200">
                <a:solidFill>
                  <a:srgbClr val="188038"/>
                </a:solidFill>
                <a:latin typeface="Times New Roman"/>
                <a:ea typeface="Times New Roman"/>
                <a:cs typeface="Times New Roman"/>
                <a:sym typeface="Times New Roman"/>
              </a:rPr>
              <a:t>SQL:</a:t>
            </a:r>
            <a:r>
              <a:rPr lang="en-GB" sz="1200">
                <a:latin typeface="Times New Roman"/>
                <a:ea typeface="Times New Roman"/>
                <a:cs typeface="Times New Roman"/>
                <a:sym typeface="Times New Roman"/>
              </a:rPr>
              <a:t> or </a:t>
            </a:r>
            <a:r>
              <a:rPr lang="en-GB" sz="1200">
                <a:solidFill>
                  <a:srgbClr val="188038"/>
                </a:solidFill>
                <a:latin typeface="Times New Roman"/>
                <a:ea typeface="Times New Roman"/>
                <a:cs typeface="Times New Roman"/>
                <a:sym typeface="Times New Roman"/>
              </a:rPr>
              <a:t>Query:</a:t>
            </a:r>
            <a:r>
              <a:rPr lang="en-GB" sz="1200">
                <a:latin typeface="Times New Roman"/>
                <a:ea typeface="Times New Roman"/>
                <a:cs typeface="Times New Roman"/>
                <a:sym typeface="Times New Roman"/>
              </a:rPr>
              <a:t>.</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241300" lvl="0" marL="342900" rtl="0" algn="l">
              <a:lnSpc>
                <a:spcPct val="115000"/>
              </a:lnSpc>
              <a:spcBef>
                <a:spcPts val="0"/>
              </a:spcBef>
              <a:spcAft>
                <a:spcPts val="0"/>
              </a:spcAft>
              <a:buClr>
                <a:schemeClr val="dk1"/>
              </a:buClr>
              <a:buSzPts val="1200"/>
              <a:buFont typeface="Times New Roman"/>
              <a:buChar char="●"/>
            </a:pPr>
            <a:r>
              <a:rPr lang="en-GB" sz="1200">
                <a:latin typeface="Times New Roman"/>
                <a:ea typeface="Times New Roman"/>
                <a:cs typeface="Times New Roman"/>
                <a:sym typeface="Times New Roman"/>
              </a:rPr>
              <a:t>Ensures SQL queries end with semicolon.</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0" lvl="0" marL="0" rtl="0" algn="l">
              <a:lnSpc>
                <a:spcPct val="115000"/>
              </a:lnSpc>
              <a:spcBef>
                <a:spcPts val="1100"/>
              </a:spcBef>
              <a:spcAft>
                <a:spcPts val="0"/>
              </a:spcAft>
              <a:buClr>
                <a:schemeClr val="dk1"/>
              </a:buClr>
              <a:buSzPts val="800"/>
              <a:buFont typeface="Arial"/>
              <a:buNone/>
            </a:pPr>
            <a:r>
              <a:rPr b="1" lang="en-GB" sz="1200">
                <a:latin typeface="Times New Roman"/>
                <a:ea typeface="Times New Roman"/>
                <a:cs typeface="Times New Roman"/>
                <a:sym typeface="Times New Roman"/>
              </a:rPr>
              <a:t>6️⃣</a:t>
            </a:r>
            <a:r>
              <a:rPr b="1" lang="en-GB" sz="1200">
                <a:latin typeface="Times New Roman"/>
                <a:ea typeface="Times New Roman"/>
                <a:cs typeface="Times New Roman"/>
                <a:sym typeface="Times New Roman"/>
              </a:rPr>
              <a:t> Query Execution</a:t>
            </a:r>
            <a:endParaRPr b="1" sz="1200">
              <a:latin typeface="Times New Roman"/>
              <a:ea typeface="Times New Roman"/>
              <a:cs typeface="Times New Roman"/>
              <a:sym typeface="Times New Roman"/>
            </a:endParaRPr>
          </a:p>
          <a:p>
            <a:pPr indent="-241300" lvl="0" marL="342900" rtl="0" algn="l">
              <a:lnSpc>
                <a:spcPct val="115000"/>
              </a:lnSpc>
              <a:spcBef>
                <a:spcPts val="900"/>
              </a:spcBef>
              <a:spcAft>
                <a:spcPts val="0"/>
              </a:spcAft>
              <a:buClr>
                <a:schemeClr val="dk1"/>
              </a:buClr>
              <a:buSzPts val="1200"/>
              <a:buFont typeface="Arial"/>
              <a:buChar char="●"/>
            </a:pPr>
            <a:r>
              <a:rPr b="1" lang="en-GB" sz="1200">
                <a:latin typeface="Times New Roman"/>
                <a:ea typeface="Times New Roman"/>
                <a:cs typeface="Times New Roman"/>
                <a:sym typeface="Times New Roman"/>
              </a:rPr>
              <a:t>SQL Execution:</a:t>
            </a:r>
            <a:r>
              <a:rPr lang="en-GB" sz="1200">
                <a:latin typeface="Times New Roman"/>
                <a:ea typeface="Times New Roman"/>
                <a:cs typeface="Times New Roman"/>
                <a:sym typeface="Times New Roman"/>
              </a:rPr>
              <a:t> Runs queries on MySQL using SQLAlchemy.</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241300" lvl="0" marL="342900" rtl="0" algn="l">
              <a:lnSpc>
                <a:spcPct val="115000"/>
              </a:lnSpc>
              <a:spcBef>
                <a:spcPts val="0"/>
              </a:spcBef>
              <a:spcAft>
                <a:spcPts val="0"/>
              </a:spcAft>
              <a:buClr>
                <a:schemeClr val="dk1"/>
              </a:buClr>
              <a:buSzPts val="1200"/>
              <a:buFont typeface="Arial"/>
              <a:buChar char="●"/>
            </a:pPr>
            <a:r>
              <a:rPr b="1" lang="en-GB" sz="1200">
                <a:latin typeface="Times New Roman"/>
                <a:ea typeface="Times New Roman"/>
                <a:cs typeface="Times New Roman"/>
                <a:sym typeface="Times New Roman"/>
              </a:rPr>
              <a:t>NoSQL Execution:</a:t>
            </a:r>
            <a:r>
              <a:rPr lang="en-GB" sz="1200">
                <a:latin typeface="Times New Roman"/>
                <a:ea typeface="Times New Roman"/>
                <a:cs typeface="Times New Roman"/>
                <a:sym typeface="Times New Roman"/>
              </a:rPr>
              <a:t> Runs queries on MongoDB using PyMongo.</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241300" lvl="0" marL="342900" rtl="0" algn="l">
              <a:lnSpc>
                <a:spcPct val="115000"/>
              </a:lnSpc>
              <a:spcBef>
                <a:spcPts val="0"/>
              </a:spcBef>
              <a:spcAft>
                <a:spcPts val="0"/>
              </a:spcAft>
              <a:buClr>
                <a:schemeClr val="dk1"/>
              </a:buClr>
              <a:buSzPts val="1200"/>
              <a:buFont typeface="Times New Roman"/>
              <a:buChar char="●"/>
            </a:pPr>
            <a:r>
              <a:rPr lang="en-GB" sz="1200">
                <a:latin typeface="Times New Roman"/>
                <a:ea typeface="Times New Roman"/>
                <a:cs typeface="Times New Roman"/>
                <a:sym typeface="Times New Roman"/>
              </a:rPr>
              <a:t>Handles errors and returns results in a readable format.</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800"/>
              <a:buFont typeface="Arial"/>
              <a:buNone/>
            </a:pPr>
            <a:r>
              <a:t/>
            </a:r>
            <a:endParaRPr sz="1200">
              <a:latin typeface="Times New Roman"/>
              <a:ea typeface="Times New Roman"/>
              <a:cs typeface="Times New Roman"/>
              <a:sym typeface="Times New Roman"/>
            </a:endParaRPr>
          </a:p>
          <a:p>
            <a:pPr indent="0" lvl="0" marL="0" rtl="0" algn="l">
              <a:lnSpc>
                <a:spcPct val="100000"/>
              </a:lnSpc>
              <a:spcBef>
                <a:spcPts val="300"/>
              </a:spcBef>
              <a:spcAft>
                <a:spcPts val="0"/>
              </a:spcAft>
              <a:buSzPts val="1400"/>
              <a:buNone/>
            </a:pPr>
            <a:r>
              <a:t/>
            </a:r>
            <a:endParaRPr sz="1200">
              <a:latin typeface="Times New Roman"/>
              <a:ea typeface="Times New Roman"/>
              <a:cs typeface="Times New Roman"/>
              <a:sym typeface="Times New Roman"/>
            </a:endParaRPr>
          </a:p>
        </p:txBody>
      </p:sp>
      <p:sp>
        <p:nvSpPr>
          <p:cNvPr id="214" name="Google Shape;214;p34"/>
          <p:cNvSpPr txBox="1"/>
          <p:nvPr>
            <p:ph idx="12" type="sldNum"/>
          </p:nvPr>
        </p:nvSpPr>
        <p:spPr>
          <a:xfrm>
            <a:off x="6553200" y="4683919"/>
            <a:ext cx="1981125" cy="3573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GB"/>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5"/>
          <p:cNvSpPr txBox="1"/>
          <p:nvPr>
            <p:ph type="title"/>
          </p:nvPr>
        </p:nvSpPr>
        <p:spPr>
          <a:xfrm>
            <a:off x="574675" y="228601"/>
            <a:ext cx="8001000" cy="911925"/>
          </a:xfrm>
          <a:prstGeom prst="rect">
            <a:avLst/>
          </a:prstGeom>
          <a:noFill/>
          <a:ln>
            <a:noFill/>
          </a:ln>
        </p:spPr>
        <p:txBody>
          <a:bodyPr anchorCtr="0" anchor="b" bIns="34275" lIns="68575" spcFirstLastPara="1" rIns="68575" wrap="square" tIns="34275">
            <a:noAutofit/>
          </a:bodyPr>
          <a:lstStyle/>
          <a:p>
            <a:pPr indent="0" lvl="0" marL="0" rtl="0" algn="l">
              <a:lnSpc>
                <a:spcPct val="100000"/>
              </a:lnSpc>
              <a:spcBef>
                <a:spcPts val="0"/>
              </a:spcBef>
              <a:spcAft>
                <a:spcPts val="0"/>
              </a:spcAft>
              <a:buSzPts val="1100"/>
              <a:buNone/>
            </a:pPr>
            <a:r>
              <a:rPr lang="en-GB">
                <a:solidFill>
                  <a:schemeClr val="accent2"/>
                </a:solidFill>
              </a:rPr>
              <a:t>RESULT AND DISCUSSION</a:t>
            </a:r>
            <a:endParaRPr>
              <a:solidFill>
                <a:schemeClr val="accent2"/>
              </a:solidFill>
            </a:endParaRPr>
          </a:p>
        </p:txBody>
      </p:sp>
      <p:sp>
        <p:nvSpPr>
          <p:cNvPr id="221" name="Google Shape;221;p35"/>
          <p:cNvSpPr txBox="1"/>
          <p:nvPr>
            <p:ph idx="1" type="body"/>
          </p:nvPr>
        </p:nvSpPr>
        <p:spPr>
          <a:xfrm>
            <a:off x="566738" y="1314450"/>
            <a:ext cx="8001000" cy="3200400"/>
          </a:xfrm>
          <a:prstGeom prst="rect">
            <a:avLst/>
          </a:prstGeom>
          <a:noFill/>
          <a:ln>
            <a:noFill/>
          </a:ln>
        </p:spPr>
        <p:txBody>
          <a:bodyPr anchorCtr="0" anchor="t" bIns="34275" lIns="68575" spcFirstLastPara="1" rIns="68575" wrap="square" tIns="34275">
            <a:noAutofit/>
          </a:bodyPr>
          <a:lstStyle/>
          <a:p>
            <a:pPr indent="-304800" lvl="0" marL="457200" rtl="0" algn="l">
              <a:lnSpc>
                <a:spcPct val="115000"/>
              </a:lnSpc>
              <a:spcBef>
                <a:spcPts val="1200"/>
              </a:spcBef>
              <a:spcAft>
                <a:spcPts val="0"/>
              </a:spcAft>
              <a:buClr>
                <a:schemeClr val="dk1"/>
              </a:buClr>
              <a:buSzPts val="1200"/>
              <a:buFont typeface="Arial"/>
              <a:buChar char="●"/>
            </a:pPr>
            <a:r>
              <a:rPr lang="en-GB" sz="1200">
                <a:latin typeface="Times New Roman"/>
                <a:ea typeface="Times New Roman"/>
                <a:cs typeface="Times New Roman"/>
                <a:sym typeface="Times New Roman"/>
              </a:rPr>
              <a:t>The system successfully connects and interacts with </a:t>
            </a:r>
            <a:r>
              <a:rPr b="1" lang="en-GB" sz="1200">
                <a:latin typeface="Times New Roman"/>
                <a:ea typeface="Times New Roman"/>
                <a:cs typeface="Times New Roman"/>
                <a:sym typeface="Times New Roman"/>
              </a:rPr>
              <a:t>multiple heterogeneous databases</a:t>
            </a:r>
            <a:r>
              <a:rPr lang="en-GB" sz="1200">
                <a:latin typeface="Times New Roman"/>
                <a:ea typeface="Times New Roman"/>
                <a:cs typeface="Times New Roman"/>
                <a:sym typeface="Times New Roman"/>
              </a:rPr>
              <a:t> through a unified AI-based interface, removing the need for manual configuration.</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Arial"/>
              <a:buChar char="●"/>
            </a:pPr>
            <a:r>
              <a:rPr b="1" lang="en-GB" sz="1200">
                <a:latin typeface="Times New Roman"/>
                <a:ea typeface="Times New Roman"/>
                <a:cs typeface="Times New Roman"/>
                <a:sym typeface="Times New Roman"/>
              </a:rPr>
              <a:t>Automatic DB detection and intelligent query translation</a:t>
            </a:r>
            <a:r>
              <a:rPr lang="en-GB" sz="1200">
                <a:latin typeface="Times New Roman"/>
                <a:ea typeface="Times New Roman"/>
                <a:cs typeface="Times New Roman"/>
                <a:sym typeface="Times New Roman"/>
              </a:rPr>
              <a:t> provide consistent and reliable cross-database execution with </a:t>
            </a:r>
            <a:r>
              <a:rPr b="1" lang="en-GB" sz="1200">
                <a:latin typeface="Times New Roman"/>
                <a:ea typeface="Times New Roman"/>
                <a:cs typeface="Times New Roman"/>
                <a:sym typeface="Times New Roman"/>
              </a:rPr>
              <a:t>~95% schema mapping accuracy</a:t>
            </a:r>
            <a:r>
              <a:rPr lang="en-GB" sz="1200">
                <a:latin typeface="Times New Roman"/>
                <a:ea typeface="Times New Roman"/>
                <a:cs typeface="Times New Roman"/>
                <a:sym typeface="Times New Roman"/>
              </a:rPr>
              <a:t>.</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Arial"/>
              <a:buChar char="●"/>
            </a:pPr>
            <a:r>
              <a:rPr lang="en-GB" sz="1200">
                <a:latin typeface="Times New Roman"/>
                <a:ea typeface="Times New Roman"/>
                <a:cs typeface="Times New Roman"/>
                <a:sym typeface="Times New Roman"/>
              </a:rPr>
              <a:t>Performance improved by </a:t>
            </a:r>
            <a:r>
              <a:rPr b="1" lang="en-GB" sz="1200">
                <a:latin typeface="Times New Roman"/>
                <a:ea typeface="Times New Roman"/>
                <a:cs typeface="Times New Roman"/>
                <a:sym typeface="Times New Roman"/>
              </a:rPr>
              <a:t>18–32%</a:t>
            </a:r>
            <a:r>
              <a:rPr lang="en-GB" sz="1200">
                <a:latin typeface="Times New Roman"/>
                <a:ea typeface="Times New Roman"/>
                <a:cs typeface="Times New Roman"/>
                <a:sym typeface="Times New Roman"/>
              </a:rPr>
              <a:t> due to optimized query routing and adaptive caching, especially for analytical and multi-join operations.</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Arial"/>
              <a:buChar char="●"/>
            </a:pPr>
            <a:r>
              <a:rPr lang="en-GB" sz="1200">
                <a:latin typeface="Times New Roman"/>
                <a:ea typeface="Times New Roman"/>
                <a:cs typeface="Times New Roman"/>
                <a:sym typeface="Times New Roman"/>
              </a:rPr>
              <a:t>The solution </a:t>
            </a:r>
            <a:r>
              <a:rPr b="1" lang="en-GB" sz="1200">
                <a:latin typeface="Times New Roman"/>
                <a:ea typeface="Times New Roman"/>
                <a:cs typeface="Times New Roman"/>
                <a:sym typeface="Times New Roman"/>
              </a:rPr>
              <a:t>reduces developer effort and complexity</a:t>
            </a:r>
            <a:r>
              <a:rPr lang="en-GB" sz="1200">
                <a:latin typeface="Times New Roman"/>
                <a:ea typeface="Times New Roman"/>
                <a:cs typeface="Times New Roman"/>
                <a:sym typeface="Times New Roman"/>
              </a:rPr>
              <a:t>, improving productivity and enabling faster analytics by eliminating the need to learn multiple DB syntaxes.</a:t>
            </a: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Arial"/>
              <a:buChar char="●"/>
            </a:pPr>
            <a:r>
              <a:rPr lang="en-GB" sz="1200">
                <a:latin typeface="Times New Roman"/>
                <a:ea typeface="Times New Roman"/>
                <a:cs typeface="Times New Roman"/>
                <a:sym typeface="Times New Roman"/>
              </a:rPr>
              <a:t>The system remains </a:t>
            </a:r>
            <a:r>
              <a:rPr b="1" lang="en-GB" sz="1200">
                <a:latin typeface="Times New Roman"/>
                <a:ea typeface="Times New Roman"/>
                <a:cs typeface="Times New Roman"/>
                <a:sym typeface="Times New Roman"/>
              </a:rPr>
              <a:t>highly scalable with stable performance</a:t>
            </a:r>
            <a:r>
              <a:rPr lang="en-GB" sz="1200">
                <a:latin typeface="Times New Roman"/>
                <a:ea typeface="Times New Roman"/>
                <a:cs typeface="Times New Roman"/>
                <a:sym typeface="Times New Roman"/>
              </a:rPr>
              <a:t>, though </a:t>
            </a:r>
            <a:r>
              <a:rPr b="1" lang="en-GB" sz="1200">
                <a:latin typeface="Times New Roman"/>
                <a:ea typeface="Times New Roman"/>
                <a:cs typeface="Times New Roman"/>
                <a:sym typeface="Times New Roman"/>
              </a:rPr>
              <a:t>complex nested NoSQL queries need minor manual tuning</a:t>
            </a:r>
            <a:r>
              <a:rPr lang="en-GB" sz="1200">
                <a:latin typeface="Times New Roman"/>
                <a:ea typeface="Times New Roman"/>
                <a:cs typeface="Times New Roman"/>
                <a:sym typeface="Times New Roman"/>
              </a:rPr>
              <a:t>, suggesting future enhancements like distributed transactions and self-learning optimization.</a:t>
            </a:r>
            <a:br>
              <a:rPr lang="en-GB" sz="1200">
                <a:latin typeface="Times New Roman"/>
                <a:ea typeface="Times New Roman"/>
                <a:cs typeface="Times New Roman"/>
                <a:sym typeface="Times New Roman"/>
              </a:rPr>
            </a:br>
            <a:br>
              <a:rPr lang="en-GB"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0" lvl="0" marL="0" rtl="0" algn="l">
              <a:lnSpc>
                <a:spcPct val="100000"/>
              </a:lnSpc>
              <a:spcBef>
                <a:spcPts val="1200"/>
              </a:spcBef>
              <a:spcAft>
                <a:spcPts val="0"/>
              </a:spcAft>
              <a:buSzPts val="1400"/>
              <a:buNone/>
            </a:pPr>
            <a:r>
              <a:t/>
            </a:r>
            <a:endParaRPr sz="1200">
              <a:latin typeface="Times New Roman"/>
              <a:ea typeface="Times New Roman"/>
              <a:cs typeface="Times New Roman"/>
              <a:sym typeface="Times New Roman"/>
            </a:endParaRPr>
          </a:p>
        </p:txBody>
      </p:sp>
      <p:sp>
        <p:nvSpPr>
          <p:cNvPr id="222" name="Google Shape;222;p35"/>
          <p:cNvSpPr txBox="1"/>
          <p:nvPr>
            <p:ph idx="12" type="sldNum"/>
          </p:nvPr>
        </p:nvSpPr>
        <p:spPr>
          <a:xfrm>
            <a:off x="6553200" y="4683919"/>
            <a:ext cx="1981125" cy="3573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6"/>
          <p:cNvSpPr txBox="1"/>
          <p:nvPr>
            <p:ph type="title"/>
          </p:nvPr>
        </p:nvSpPr>
        <p:spPr>
          <a:xfrm>
            <a:off x="574675" y="228601"/>
            <a:ext cx="8001000" cy="912000"/>
          </a:xfrm>
          <a:prstGeom prst="rect">
            <a:avLst/>
          </a:prstGeom>
        </p:spPr>
        <p:txBody>
          <a:bodyPr anchorCtr="0" anchor="b" bIns="34275" lIns="68575" spcFirstLastPara="1" rIns="68575" wrap="square" tIns="34275">
            <a:noAutofit/>
          </a:bodyPr>
          <a:lstStyle/>
          <a:p>
            <a:pPr indent="0" lvl="0" marL="0" rtl="0" algn="l">
              <a:spcBef>
                <a:spcPts val="0"/>
              </a:spcBef>
              <a:spcAft>
                <a:spcPts val="0"/>
              </a:spcAft>
              <a:buNone/>
            </a:pPr>
            <a:r>
              <a:rPr lang="en-GB">
                <a:solidFill>
                  <a:schemeClr val="accent2"/>
                </a:solidFill>
              </a:rPr>
              <a:t>CONCLUSION</a:t>
            </a:r>
            <a:endParaRPr>
              <a:solidFill>
                <a:schemeClr val="accent2"/>
              </a:solidFill>
            </a:endParaRPr>
          </a:p>
        </p:txBody>
      </p:sp>
      <p:sp>
        <p:nvSpPr>
          <p:cNvPr id="228" name="Google Shape;228;p36"/>
          <p:cNvSpPr txBox="1"/>
          <p:nvPr>
            <p:ph idx="1" type="body"/>
          </p:nvPr>
        </p:nvSpPr>
        <p:spPr>
          <a:xfrm>
            <a:off x="566738" y="1314450"/>
            <a:ext cx="8001000" cy="3200400"/>
          </a:xfrm>
          <a:prstGeom prst="rect">
            <a:avLst/>
          </a:prstGeom>
        </p:spPr>
        <p:txBody>
          <a:bodyPr anchorCtr="0" anchor="t" bIns="34275" lIns="68575" spcFirstLastPara="1" rIns="68575" wrap="square" tIns="34275">
            <a:noAutofit/>
          </a:bodyPr>
          <a:lstStyle/>
          <a:p>
            <a:pPr indent="0" lvl="0" marL="0" rtl="0" algn="just">
              <a:spcBef>
                <a:spcPts val="300"/>
              </a:spcBef>
              <a:spcAft>
                <a:spcPts val="0"/>
              </a:spcAft>
              <a:buNone/>
            </a:pPr>
            <a:r>
              <a:rPr lang="en-GB" sz="1800">
                <a:latin typeface="Times New Roman"/>
                <a:ea typeface="Times New Roman"/>
                <a:cs typeface="Times New Roman"/>
                <a:sym typeface="Times New Roman"/>
              </a:rPr>
              <a:t>The project “DB Fusion” successfully demonstrates seamless interoperability across heterogeneous databases by eliminating the need for multiple syntaxes and complex configurations. The AI-driven query translation and schema mapping ensure consistent and accurate execution of cross-database operations while significantly improving performance, scalability, and developer productivity. The system proves highly effective in supporting fast analytics and data-driven decision-making, although limited manual adjustments are still required for highly complex nested NoSQL queries. Overall, DB Fusion provides a powerful and intelligent unified platform for accessing diverse data sources, establishing a strong foundation for future enhancements such as distributed transaction support and self-learning query optimization.</a:t>
            </a:r>
            <a:endParaRPr sz="18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ph type="title"/>
          </p:nvPr>
        </p:nvSpPr>
        <p:spPr>
          <a:xfrm>
            <a:off x="533400" y="2376056"/>
            <a:ext cx="8001000" cy="912019"/>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b="1" lang="en-GB" sz="3000">
                <a:solidFill>
                  <a:srgbClr val="FF0000"/>
                </a:solidFill>
              </a:rPr>
              <a:t>Thank You</a:t>
            </a:r>
            <a:endParaRPr/>
          </a:p>
        </p:txBody>
      </p:sp>
      <p:sp>
        <p:nvSpPr>
          <p:cNvPr id="234" name="Google Shape;234;p37"/>
          <p:cNvSpPr txBox="1"/>
          <p:nvPr>
            <p:ph idx="11" type="ftr"/>
          </p:nvPr>
        </p:nvSpPr>
        <p:spPr>
          <a:xfrm>
            <a:off x="3124200" y="4683919"/>
            <a:ext cx="2895600" cy="357188"/>
          </a:xfrm>
          <a:prstGeom prst="rect">
            <a:avLst/>
          </a:prstGeom>
          <a:noFill/>
          <a:ln>
            <a:noFill/>
          </a:ln>
        </p:spPr>
        <p:txBody>
          <a:bodyPr anchorCtr="0" anchor="t" bIns="34275" lIns="68575" spcFirstLastPara="1" rIns="68575" wrap="square" tIns="34275">
            <a:noAutofit/>
          </a:bodyPr>
          <a:lstStyle/>
          <a:p>
            <a:pPr indent="0" lvl="0" marL="0" rtl="0" algn="ctr">
              <a:lnSpc>
                <a:spcPct val="100000"/>
              </a:lnSpc>
              <a:spcBef>
                <a:spcPts val="0"/>
              </a:spcBef>
              <a:spcAft>
                <a:spcPts val="0"/>
              </a:spcAft>
              <a:buSzPts val="1100"/>
              <a:buNone/>
            </a:pPr>
            <a:r>
              <a:rPr lang="en-GB"/>
              <a:t>Department of </a:t>
            </a:r>
            <a:r>
              <a:rPr lang="en-GB">
                <a:solidFill>
                  <a:srgbClr val="002060"/>
                </a:solidFill>
                <a:latin typeface="Verdana"/>
                <a:ea typeface="Verdana"/>
                <a:cs typeface="Verdana"/>
                <a:sym typeface="Verdana"/>
              </a:rPr>
              <a:t>Artificial Intelligence and Data Science</a:t>
            </a:r>
            <a:endParaRPr/>
          </a:p>
          <a:p>
            <a:pPr indent="0" lvl="0" marL="0" rtl="0" algn="ctr">
              <a:lnSpc>
                <a:spcPct val="100000"/>
              </a:lnSpc>
              <a:spcBef>
                <a:spcPts val="0"/>
              </a:spcBef>
              <a:spcAft>
                <a:spcPts val="0"/>
              </a:spcAft>
              <a:buSzPts val="1100"/>
              <a:buNone/>
            </a:pPr>
            <a:r>
              <a:t/>
            </a:r>
            <a:endParaRPr/>
          </a:p>
        </p:txBody>
      </p:sp>
      <p:sp>
        <p:nvSpPr>
          <p:cNvPr id="235" name="Google Shape;235;p37"/>
          <p:cNvSpPr txBox="1"/>
          <p:nvPr>
            <p:ph idx="12" type="sldNum"/>
          </p:nvPr>
        </p:nvSpPr>
        <p:spPr>
          <a:xfrm>
            <a:off x="6553200" y="4683919"/>
            <a:ext cx="1981200" cy="357188"/>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SzPts val="900"/>
              <a:buNone/>
            </a:pPr>
            <a:fld id="{00000000-1234-1234-1234-123412341234}" type="slidenum">
              <a:rPr lang="en-GB"/>
              <a:t>‹#›</a:t>
            </a:fld>
            <a:endParaRPr/>
          </a:p>
        </p:txBody>
      </p:sp>
      <p:sp>
        <p:nvSpPr>
          <p:cNvPr id="236" name="Google Shape;236;p37"/>
          <p:cNvSpPr txBox="1"/>
          <p:nvPr>
            <p:ph idx="10" type="dt"/>
          </p:nvPr>
        </p:nvSpPr>
        <p:spPr>
          <a:xfrm>
            <a:off x="609600" y="4683919"/>
            <a:ext cx="1981200" cy="357188"/>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100"/>
              <a:buNone/>
            </a:pPr>
            <a:r>
              <a:rPr lang="en-GB"/>
              <a:t>Zeroth Review</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